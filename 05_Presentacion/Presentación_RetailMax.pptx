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0"/>
  </p:notesMasterIdLst>
  <p:sldIdLst>
    <p:sldId id="256" r:id="rId2"/>
    <p:sldId id="258" r:id="rId3"/>
    <p:sldId id="260" r:id="rId4"/>
    <p:sldId id="261" r:id="rId5"/>
    <p:sldId id="262" r:id="rId6"/>
    <p:sldId id="263" r:id="rId7"/>
    <p:sldId id="312" r:id="rId8"/>
    <p:sldId id="313" r:id="rId9"/>
    <p:sldId id="314" r:id="rId10"/>
    <p:sldId id="315" r:id="rId11"/>
    <p:sldId id="316" r:id="rId12"/>
    <p:sldId id="317" r:id="rId13"/>
    <p:sldId id="318" r:id="rId14"/>
    <p:sldId id="319" r:id="rId15"/>
    <p:sldId id="320" r:id="rId16"/>
    <p:sldId id="268" r:id="rId17"/>
    <p:sldId id="322" r:id="rId18"/>
    <p:sldId id="323" r:id="rId19"/>
    <p:sldId id="324" r:id="rId20"/>
    <p:sldId id="325" r:id="rId21"/>
    <p:sldId id="326" r:id="rId22"/>
    <p:sldId id="327" r:id="rId23"/>
    <p:sldId id="328" r:id="rId24"/>
    <p:sldId id="329" r:id="rId25"/>
    <p:sldId id="330" r:id="rId26"/>
    <p:sldId id="331" r:id="rId27"/>
    <p:sldId id="332" r:id="rId28"/>
    <p:sldId id="321" r:id="rId29"/>
  </p:sldIdLst>
  <p:sldSz cx="9144000" cy="5143500" type="screen16x9"/>
  <p:notesSz cx="6858000" cy="9144000"/>
  <p:embeddedFontLst>
    <p:embeddedFont>
      <p:font typeface="Calibri" panose="020F0502020204030204" pitchFamily="34" charset="0"/>
      <p:regular r:id="rId31"/>
      <p:bold r:id="rId32"/>
      <p:italic r:id="rId33"/>
      <p:boldItalic r:id="rId34"/>
    </p:embeddedFont>
    <p:embeddedFont>
      <p:font typeface="Maven Pro" panose="020B0604020202020204" charset="0"/>
      <p:regular r:id="rId35"/>
      <p:bold r:id="rId36"/>
    </p:embeddedFont>
    <p:embeddedFont>
      <p:font typeface="Montserrat" panose="000005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375B3C9-FB51-4976-952A-698A9F10A498}">
  <a:tblStyle styleId="{9375B3C9-FB51-4976-952A-698A9F10A49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FB71934-A840-4F3E-A8AC-6A39F7F3A5F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p:cViewPr varScale="1">
        <p:scale>
          <a:sx n="141" d="100"/>
          <a:sy n="141" d="100"/>
        </p:scale>
        <p:origin x="75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l Diaz Calderón" userId="000bcd4a6873be9a" providerId="LiveId" clId="{C88E2253-A29C-427F-9855-7EF0BAE4B147}"/>
    <pc:docChg chg="custSel modSld">
      <pc:chgData name="Saul Diaz Calderón" userId="000bcd4a6873be9a" providerId="LiveId" clId="{C88E2253-A29C-427F-9855-7EF0BAE4B147}" dt="2026-08-13T13:48:10.151" v="50" actId="1440"/>
      <pc:docMkLst>
        <pc:docMk/>
      </pc:docMkLst>
      <pc:sldChg chg="addSp delSp modSp mod">
        <pc:chgData name="Saul Diaz Calderón" userId="000bcd4a6873be9a" providerId="LiveId" clId="{C88E2253-A29C-427F-9855-7EF0BAE4B147}" dt="2026-08-13T13:46:41.108" v="14" actId="478"/>
        <pc:sldMkLst>
          <pc:docMk/>
          <pc:sldMk cId="0" sldId="256"/>
        </pc:sldMkLst>
        <pc:picChg chg="add del mod">
          <ac:chgData name="Saul Diaz Calderón" userId="000bcd4a6873be9a" providerId="LiveId" clId="{C88E2253-A29C-427F-9855-7EF0BAE4B147}" dt="2026-08-13T13:46:41.108" v="14" actId="478"/>
          <ac:picMkLst>
            <pc:docMk/>
            <pc:sldMk cId="0" sldId="256"/>
            <ac:picMk id="49" creationId="{2B3647BB-C05F-4C0C-93F9-8F86B73A819D}"/>
          </ac:picMkLst>
        </pc:picChg>
      </pc:sldChg>
      <pc:sldChg chg="addSp modSp mod">
        <pc:chgData name="Saul Diaz Calderón" userId="000bcd4a6873be9a" providerId="LiveId" clId="{C88E2253-A29C-427F-9855-7EF0BAE4B147}" dt="2026-08-13T13:46:46.997" v="15" actId="1076"/>
        <pc:sldMkLst>
          <pc:docMk/>
          <pc:sldMk cId="0" sldId="258"/>
        </pc:sldMkLst>
        <pc:picChg chg="add mod">
          <ac:chgData name="Saul Diaz Calderón" userId="000bcd4a6873be9a" providerId="LiveId" clId="{C88E2253-A29C-427F-9855-7EF0BAE4B147}" dt="2026-08-13T13:46:46.997" v="15" actId="1076"/>
          <ac:picMkLst>
            <pc:docMk/>
            <pc:sldMk cId="0" sldId="258"/>
            <ac:picMk id="15" creationId="{24B5B89F-DE97-4797-B06D-FD8B06E1FBCD}"/>
          </ac:picMkLst>
        </pc:picChg>
      </pc:sldChg>
      <pc:sldChg chg="addSp delSp modSp mod">
        <pc:chgData name="Saul Diaz Calderón" userId="000bcd4a6873be9a" providerId="LiveId" clId="{C88E2253-A29C-427F-9855-7EF0BAE4B147}" dt="2026-08-13T13:47:34.703" v="43" actId="478"/>
        <pc:sldMkLst>
          <pc:docMk/>
          <pc:sldMk cId="0" sldId="260"/>
        </pc:sldMkLst>
        <pc:picChg chg="add del mod">
          <ac:chgData name="Saul Diaz Calderón" userId="000bcd4a6873be9a" providerId="LiveId" clId="{C88E2253-A29C-427F-9855-7EF0BAE4B147}" dt="2026-08-13T13:47:34.703" v="43" actId="478"/>
          <ac:picMkLst>
            <pc:docMk/>
            <pc:sldMk cId="0" sldId="260"/>
            <ac:picMk id="20" creationId="{A09F9D25-3E7A-4DB0-8AE2-BD3AF39C486C}"/>
          </ac:picMkLst>
        </pc:picChg>
        <pc:picChg chg="add mod">
          <ac:chgData name="Saul Diaz Calderón" userId="000bcd4a6873be9a" providerId="LiveId" clId="{C88E2253-A29C-427F-9855-7EF0BAE4B147}" dt="2026-08-13T13:46:49.447" v="16"/>
          <ac:picMkLst>
            <pc:docMk/>
            <pc:sldMk cId="0" sldId="260"/>
            <ac:picMk id="21" creationId="{B4945938-FD2E-4B2C-BFCD-54A8DEB90601}"/>
          </ac:picMkLst>
        </pc:picChg>
      </pc:sldChg>
      <pc:sldChg chg="addSp delSp modSp mod">
        <pc:chgData name="Saul Diaz Calderón" userId="000bcd4a6873be9a" providerId="LiveId" clId="{C88E2253-A29C-427F-9855-7EF0BAE4B147}" dt="2026-08-13T13:47:33.236" v="42" actId="478"/>
        <pc:sldMkLst>
          <pc:docMk/>
          <pc:sldMk cId="0" sldId="261"/>
        </pc:sldMkLst>
        <pc:picChg chg="add del mod">
          <ac:chgData name="Saul Diaz Calderón" userId="000bcd4a6873be9a" providerId="LiveId" clId="{C88E2253-A29C-427F-9855-7EF0BAE4B147}" dt="2026-08-13T13:47:33.236" v="42" actId="478"/>
          <ac:picMkLst>
            <pc:docMk/>
            <pc:sldMk cId="0" sldId="261"/>
            <ac:picMk id="3" creationId="{BD523A1A-69DB-4224-8A02-D8A55FCFA6E7}"/>
          </ac:picMkLst>
        </pc:picChg>
        <pc:picChg chg="add mod">
          <ac:chgData name="Saul Diaz Calderón" userId="000bcd4a6873be9a" providerId="LiveId" clId="{C88E2253-A29C-427F-9855-7EF0BAE4B147}" dt="2026-08-13T13:46:50.715" v="17"/>
          <ac:picMkLst>
            <pc:docMk/>
            <pc:sldMk cId="0" sldId="261"/>
            <ac:picMk id="42" creationId="{58F11DD0-92C8-4277-BB3F-B0192C2256F4}"/>
          </ac:picMkLst>
        </pc:picChg>
      </pc:sldChg>
      <pc:sldChg chg="addSp modSp">
        <pc:chgData name="Saul Diaz Calderón" userId="000bcd4a6873be9a" providerId="LiveId" clId="{C88E2253-A29C-427F-9855-7EF0BAE4B147}" dt="2026-08-13T13:46:51.956" v="18"/>
        <pc:sldMkLst>
          <pc:docMk/>
          <pc:sldMk cId="0" sldId="262"/>
        </pc:sldMkLst>
        <pc:picChg chg="add mod">
          <ac:chgData name="Saul Diaz Calderón" userId="000bcd4a6873be9a" providerId="LiveId" clId="{C88E2253-A29C-427F-9855-7EF0BAE4B147}" dt="2026-08-13T13:46:51.956" v="18"/>
          <ac:picMkLst>
            <pc:docMk/>
            <pc:sldMk cId="0" sldId="262"/>
            <ac:picMk id="4" creationId="{6526E769-5DD1-4C9E-881B-4F599DD7D1C1}"/>
          </ac:picMkLst>
        </pc:picChg>
      </pc:sldChg>
      <pc:sldChg chg="addSp modSp">
        <pc:chgData name="Saul Diaz Calderón" userId="000bcd4a6873be9a" providerId="LiveId" clId="{C88E2253-A29C-427F-9855-7EF0BAE4B147}" dt="2026-08-13T13:46:55.414" v="19"/>
        <pc:sldMkLst>
          <pc:docMk/>
          <pc:sldMk cId="0" sldId="263"/>
        </pc:sldMkLst>
        <pc:picChg chg="add mod">
          <ac:chgData name="Saul Diaz Calderón" userId="000bcd4a6873be9a" providerId="LiveId" clId="{C88E2253-A29C-427F-9855-7EF0BAE4B147}" dt="2026-08-13T13:46:55.414" v="19"/>
          <ac:picMkLst>
            <pc:docMk/>
            <pc:sldMk cId="0" sldId="263"/>
            <ac:picMk id="22" creationId="{328BB64D-CE60-4F34-B962-F4B4C7AB12A3}"/>
          </ac:picMkLst>
        </pc:picChg>
      </pc:sldChg>
      <pc:sldChg chg="addSp modSp">
        <pc:chgData name="Saul Diaz Calderón" userId="000bcd4a6873be9a" providerId="LiveId" clId="{C88E2253-A29C-427F-9855-7EF0BAE4B147}" dt="2026-08-13T13:47:11.364" v="29"/>
        <pc:sldMkLst>
          <pc:docMk/>
          <pc:sldMk cId="0" sldId="268"/>
        </pc:sldMkLst>
        <pc:picChg chg="add mod">
          <ac:chgData name="Saul Diaz Calderón" userId="000bcd4a6873be9a" providerId="LiveId" clId="{C88E2253-A29C-427F-9855-7EF0BAE4B147}" dt="2026-08-13T13:47:11.364" v="29"/>
          <ac:picMkLst>
            <pc:docMk/>
            <pc:sldMk cId="0" sldId="268"/>
            <ac:picMk id="22" creationId="{6F305A66-0B5C-4933-989B-5E2FE4E98EAD}"/>
          </ac:picMkLst>
        </pc:picChg>
      </pc:sldChg>
      <pc:sldChg chg="addSp modSp">
        <pc:chgData name="Saul Diaz Calderón" userId="000bcd4a6873be9a" providerId="LiveId" clId="{C88E2253-A29C-427F-9855-7EF0BAE4B147}" dt="2026-08-13T13:46:56.798" v="20"/>
        <pc:sldMkLst>
          <pc:docMk/>
          <pc:sldMk cId="3334265632" sldId="312"/>
        </pc:sldMkLst>
        <pc:picChg chg="add mod">
          <ac:chgData name="Saul Diaz Calderón" userId="000bcd4a6873be9a" providerId="LiveId" clId="{C88E2253-A29C-427F-9855-7EF0BAE4B147}" dt="2026-08-13T13:46:56.798" v="20"/>
          <ac:picMkLst>
            <pc:docMk/>
            <pc:sldMk cId="3334265632" sldId="312"/>
            <ac:picMk id="22" creationId="{0F419293-5630-4693-B5C1-26FAFF7C3E65}"/>
          </ac:picMkLst>
        </pc:picChg>
      </pc:sldChg>
      <pc:sldChg chg="addSp modSp">
        <pc:chgData name="Saul Diaz Calderón" userId="000bcd4a6873be9a" providerId="LiveId" clId="{C88E2253-A29C-427F-9855-7EF0BAE4B147}" dt="2026-08-13T13:47:01.282" v="21"/>
        <pc:sldMkLst>
          <pc:docMk/>
          <pc:sldMk cId="1119521368" sldId="313"/>
        </pc:sldMkLst>
        <pc:picChg chg="add mod">
          <ac:chgData name="Saul Diaz Calderón" userId="000bcd4a6873be9a" providerId="LiveId" clId="{C88E2253-A29C-427F-9855-7EF0BAE4B147}" dt="2026-08-13T13:47:01.282" v="21"/>
          <ac:picMkLst>
            <pc:docMk/>
            <pc:sldMk cId="1119521368" sldId="313"/>
            <ac:picMk id="20" creationId="{1684E75F-6FD8-4F36-8424-1015F583A390}"/>
          </ac:picMkLst>
        </pc:picChg>
      </pc:sldChg>
      <pc:sldChg chg="addSp modSp">
        <pc:chgData name="Saul Diaz Calderón" userId="000bcd4a6873be9a" providerId="LiveId" clId="{C88E2253-A29C-427F-9855-7EF0BAE4B147}" dt="2026-08-13T13:47:02.232" v="22"/>
        <pc:sldMkLst>
          <pc:docMk/>
          <pc:sldMk cId="241778307" sldId="314"/>
        </pc:sldMkLst>
        <pc:picChg chg="add mod">
          <ac:chgData name="Saul Diaz Calderón" userId="000bcd4a6873be9a" providerId="LiveId" clId="{C88E2253-A29C-427F-9855-7EF0BAE4B147}" dt="2026-08-13T13:47:02.232" v="22"/>
          <ac:picMkLst>
            <pc:docMk/>
            <pc:sldMk cId="241778307" sldId="314"/>
            <ac:picMk id="40" creationId="{0056DCA3-3B5E-49E3-A1E5-0212DFAEF51C}"/>
          </ac:picMkLst>
        </pc:picChg>
      </pc:sldChg>
      <pc:sldChg chg="addSp modSp">
        <pc:chgData name="Saul Diaz Calderón" userId="000bcd4a6873be9a" providerId="LiveId" clId="{C88E2253-A29C-427F-9855-7EF0BAE4B147}" dt="2026-08-13T13:47:03.560" v="23"/>
        <pc:sldMkLst>
          <pc:docMk/>
          <pc:sldMk cId="3168594783" sldId="315"/>
        </pc:sldMkLst>
        <pc:picChg chg="add mod">
          <ac:chgData name="Saul Diaz Calderón" userId="000bcd4a6873be9a" providerId="LiveId" clId="{C88E2253-A29C-427F-9855-7EF0BAE4B147}" dt="2026-08-13T13:47:03.560" v="23"/>
          <ac:picMkLst>
            <pc:docMk/>
            <pc:sldMk cId="3168594783" sldId="315"/>
            <ac:picMk id="7" creationId="{606399F8-3D5B-4B85-81E7-1D77B951FC43}"/>
          </ac:picMkLst>
        </pc:picChg>
      </pc:sldChg>
      <pc:sldChg chg="addSp modSp">
        <pc:chgData name="Saul Diaz Calderón" userId="000bcd4a6873be9a" providerId="LiveId" clId="{C88E2253-A29C-427F-9855-7EF0BAE4B147}" dt="2026-08-13T13:47:04.878" v="24"/>
        <pc:sldMkLst>
          <pc:docMk/>
          <pc:sldMk cId="2329401473" sldId="316"/>
        </pc:sldMkLst>
        <pc:picChg chg="add mod">
          <ac:chgData name="Saul Diaz Calderón" userId="000bcd4a6873be9a" providerId="LiveId" clId="{C88E2253-A29C-427F-9855-7EF0BAE4B147}" dt="2026-08-13T13:47:04.878" v="24"/>
          <ac:picMkLst>
            <pc:docMk/>
            <pc:sldMk cId="2329401473" sldId="316"/>
            <ac:picMk id="6" creationId="{5EBE0C87-F756-4626-9A07-5D31C22982D8}"/>
          </ac:picMkLst>
        </pc:picChg>
      </pc:sldChg>
      <pc:sldChg chg="addSp modSp">
        <pc:chgData name="Saul Diaz Calderón" userId="000bcd4a6873be9a" providerId="LiveId" clId="{C88E2253-A29C-427F-9855-7EF0BAE4B147}" dt="2026-08-13T13:47:06.575" v="25"/>
        <pc:sldMkLst>
          <pc:docMk/>
          <pc:sldMk cId="4186696083" sldId="317"/>
        </pc:sldMkLst>
        <pc:picChg chg="add mod">
          <ac:chgData name="Saul Diaz Calderón" userId="000bcd4a6873be9a" providerId="LiveId" clId="{C88E2253-A29C-427F-9855-7EF0BAE4B147}" dt="2026-08-13T13:47:06.575" v="25"/>
          <ac:picMkLst>
            <pc:docMk/>
            <pc:sldMk cId="4186696083" sldId="317"/>
            <ac:picMk id="8" creationId="{4B13AB1D-14C3-45B5-A3FE-45A65EC3F334}"/>
          </ac:picMkLst>
        </pc:picChg>
      </pc:sldChg>
      <pc:sldChg chg="addSp modSp">
        <pc:chgData name="Saul Diaz Calderón" userId="000bcd4a6873be9a" providerId="LiveId" clId="{C88E2253-A29C-427F-9855-7EF0BAE4B147}" dt="2026-08-13T13:47:07.615" v="26"/>
        <pc:sldMkLst>
          <pc:docMk/>
          <pc:sldMk cId="44496850" sldId="318"/>
        </pc:sldMkLst>
        <pc:picChg chg="add mod">
          <ac:chgData name="Saul Diaz Calderón" userId="000bcd4a6873be9a" providerId="LiveId" clId="{C88E2253-A29C-427F-9855-7EF0BAE4B147}" dt="2026-08-13T13:47:07.615" v="26"/>
          <ac:picMkLst>
            <pc:docMk/>
            <pc:sldMk cId="44496850" sldId="318"/>
            <ac:picMk id="40" creationId="{C930E5E0-13AB-401D-8D53-DD164416B790}"/>
          </ac:picMkLst>
        </pc:picChg>
      </pc:sldChg>
      <pc:sldChg chg="addSp modSp">
        <pc:chgData name="Saul Diaz Calderón" userId="000bcd4a6873be9a" providerId="LiveId" clId="{C88E2253-A29C-427F-9855-7EF0BAE4B147}" dt="2026-08-13T13:47:08.816" v="27"/>
        <pc:sldMkLst>
          <pc:docMk/>
          <pc:sldMk cId="1999686128" sldId="319"/>
        </pc:sldMkLst>
        <pc:picChg chg="add mod">
          <ac:chgData name="Saul Diaz Calderón" userId="000bcd4a6873be9a" providerId="LiveId" clId="{C88E2253-A29C-427F-9855-7EF0BAE4B147}" dt="2026-08-13T13:47:08.816" v="27"/>
          <ac:picMkLst>
            <pc:docMk/>
            <pc:sldMk cId="1999686128" sldId="319"/>
            <ac:picMk id="20" creationId="{48A93B4D-4CA9-48BB-96A8-A3002F02D830}"/>
          </ac:picMkLst>
        </pc:picChg>
      </pc:sldChg>
      <pc:sldChg chg="addSp modSp">
        <pc:chgData name="Saul Diaz Calderón" userId="000bcd4a6873be9a" providerId="LiveId" clId="{C88E2253-A29C-427F-9855-7EF0BAE4B147}" dt="2026-08-13T13:47:09.925" v="28"/>
        <pc:sldMkLst>
          <pc:docMk/>
          <pc:sldMk cId="1365162813" sldId="320"/>
        </pc:sldMkLst>
        <pc:picChg chg="add mod">
          <ac:chgData name="Saul Diaz Calderón" userId="000bcd4a6873be9a" providerId="LiveId" clId="{C88E2253-A29C-427F-9855-7EF0BAE4B147}" dt="2026-08-13T13:47:09.925" v="28"/>
          <ac:picMkLst>
            <pc:docMk/>
            <pc:sldMk cId="1365162813" sldId="320"/>
            <ac:picMk id="8" creationId="{4A5AC270-7587-4581-A014-609368826819}"/>
          </ac:picMkLst>
        </pc:picChg>
      </pc:sldChg>
      <pc:sldChg chg="addSp modSp">
        <pc:chgData name="Saul Diaz Calderón" userId="000bcd4a6873be9a" providerId="LiveId" clId="{C88E2253-A29C-427F-9855-7EF0BAE4B147}" dt="2026-08-13T13:47:27.893" v="41"/>
        <pc:sldMkLst>
          <pc:docMk/>
          <pc:sldMk cId="432291179" sldId="321"/>
        </pc:sldMkLst>
        <pc:picChg chg="add mod">
          <ac:chgData name="Saul Diaz Calderón" userId="000bcd4a6873be9a" providerId="LiveId" clId="{C88E2253-A29C-427F-9855-7EF0BAE4B147}" dt="2026-08-13T13:47:27.893" v="41"/>
          <ac:picMkLst>
            <pc:docMk/>
            <pc:sldMk cId="432291179" sldId="321"/>
            <ac:picMk id="4" creationId="{D8A7BA55-6994-4742-9947-D82205FD00A5}"/>
          </ac:picMkLst>
        </pc:picChg>
      </pc:sldChg>
      <pc:sldChg chg="addSp modSp">
        <pc:chgData name="Saul Diaz Calderón" userId="000bcd4a6873be9a" providerId="LiveId" clId="{C88E2253-A29C-427F-9855-7EF0BAE4B147}" dt="2026-08-13T13:47:12.178" v="30"/>
        <pc:sldMkLst>
          <pc:docMk/>
          <pc:sldMk cId="2350501277" sldId="322"/>
        </pc:sldMkLst>
        <pc:picChg chg="add mod">
          <ac:chgData name="Saul Diaz Calderón" userId="000bcd4a6873be9a" providerId="LiveId" clId="{C88E2253-A29C-427F-9855-7EF0BAE4B147}" dt="2026-08-13T13:47:12.178" v="30"/>
          <ac:picMkLst>
            <pc:docMk/>
            <pc:sldMk cId="2350501277" sldId="322"/>
            <ac:picMk id="7" creationId="{AF68EC16-E362-4C81-B841-3FF8B822068E}"/>
          </ac:picMkLst>
        </pc:picChg>
      </pc:sldChg>
      <pc:sldChg chg="addSp modSp">
        <pc:chgData name="Saul Diaz Calderón" userId="000bcd4a6873be9a" providerId="LiveId" clId="{C88E2253-A29C-427F-9855-7EF0BAE4B147}" dt="2026-08-13T13:47:13.368" v="31"/>
        <pc:sldMkLst>
          <pc:docMk/>
          <pc:sldMk cId="4053116942" sldId="323"/>
        </pc:sldMkLst>
        <pc:picChg chg="mod">
          <ac:chgData name="Saul Diaz Calderón" userId="000bcd4a6873be9a" providerId="LiveId" clId="{C88E2253-A29C-427F-9855-7EF0BAE4B147}" dt="2026-08-13T13:35:28.332" v="1"/>
          <ac:picMkLst>
            <pc:docMk/>
            <pc:sldMk cId="4053116942" sldId="323"/>
            <ac:picMk id="4" creationId="{A0EDCAEC-394E-4758-BB2E-E9969EA03AA8}"/>
          </ac:picMkLst>
        </pc:picChg>
        <pc:picChg chg="add mod">
          <ac:chgData name="Saul Diaz Calderón" userId="000bcd4a6873be9a" providerId="LiveId" clId="{C88E2253-A29C-427F-9855-7EF0BAE4B147}" dt="2026-08-13T13:47:13.368" v="31"/>
          <ac:picMkLst>
            <pc:docMk/>
            <pc:sldMk cId="4053116942" sldId="323"/>
            <ac:picMk id="5" creationId="{B882C3E8-8B93-413C-B3A9-5244595ECC90}"/>
          </ac:picMkLst>
        </pc:picChg>
      </pc:sldChg>
      <pc:sldChg chg="addSp modSp">
        <pc:chgData name="Saul Diaz Calderón" userId="000bcd4a6873be9a" providerId="LiveId" clId="{C88E2253-A29C-427F-9855-7EF0BAE4B147}" dt="2026-08-13T13:47:14.486" v="32"/>
        <pc:sldMkLst>
          <pc:docMk/>
          <pc:sldMk cId="2384817274" sldId="324"/>
        </pc:sldMkLst>
        <pc:picChg chg="add mod">
          <ac:chgData name="Saul Diaz Calderón" userId="000bcd4a6873be9a" providerId="LiveId" clId="{C88E2253-A29C-427F-9855-7EF0BAE4B147}" dt="2026-08-13T13:47:14.486" v="32"/>
          <ac:picMkLst>
            <pc:docMk/>
            <pc:sldMk cId="2384817274" sldId="324"/>
            <ac:picMk id="20" creationId="{5BC4316B-2330-4C4A-B83E-A843726358FD}"/>
          </ac:picMkLst>
        </pc:picChg>
      </pc:sldChg>
      <pc:sldChg chg="addSp modSp">
        <pc:chgData name="Saul Diaz Calderón" userId="000bcd4a6873be9a" providerId="LiveId" clId="{C88E2253-A29C-427F-9855-7EF0BAE4B147}" dt="2026-08-13T13:47:15.831" v="33"/>
        <pc:sldMkLst>
          <pc:docMk/>
          <pc:sldMk cId="2788333227" sldId="325"/>
        </pc:sldMkLst>
        <pc:picChg chg="add mod">
          <ac:chgData name="Saul Diaz Calderón" userId="000bcd4a6873be9a" providerId="LiveId" clId="{C88E2253-A29C-427F-9855-7EF0BAE4B147}" dt="2026-08-13T13:47:15.831" v="33"/>
          <ac:picMkLst>
            <pc:docMk/>
            <pc:sldMk cId="2788333227" sldId="325"/>
            <ac:picMk id="4" creationId="{0491615C-3758-4464-8649-B501178A9883}"/>
          </ac:picMkLst>
        </pc:picChg>
      </pc:sldChg>
      <pc:sldChg chg="addSp modSp">
        <pc:chgData name="Saul Diaz Calderón" userId="000bcd4a6873be9a" providerId="LiveId" clId="{C88E2253-A29C-427F-9855-7EF0BAE4B147}" dt="2026-08-13T13:47:17.016" v="34"/>
        <pc:sldMkLst>
          <pc:docMk/>
          <pc:sldMk cId="2318797890" sldId="326"/>
        </pc:sldMkLst>
        <pc:picChg chg="add mod">
          <ac:chgData name="Saul Diaz Calderón" userId="000bcd4a6873be9a" providerId="LiveId" clId="{C88E2253-A29C-427F-9855-7EF0BAE4B147}" dt="2026-08-13T13:47:17.016" v="34"/>
          <ac:picMkLst>
            <pc:docMk/>
            <pc:sldMk cId="2318797890" sldId="326"/>
            <ac:picMk id="7" creationId="{D1CAB5C2-291C-4DD8-BD7E-35ABD18DC4C9}"/>
          </ac:picMkLst>
        </pc:picChg>
      </pc:sldChg>
      <pc:sldChg chg="addSp modSp">
        <pc:chgData name="Saul Diaz Calderón" userId="000bcd4a6873be9a" providerId="LiveId" clId="{C88E2253-A29C-427F-9855-7EF0BAE4B147}" dt="2026-08-13T13:47:18.205" v="35"/>
        <pc:sldMkLst>
          <pc:docMk/>
          <pc:sldMk cId="4129244759" sldId="327"/>
        </pc:sldMkLst>
        <pc:picChg chg="add mod">
          <ac:chgData name="Saul Diaz Calderón" userId="000bcd4a6873be9a" providerId="LiveId" clId="{C88E2253-A29C-427F-9855-7EF0BAE4B147}" dt="2026-08-13T13:47:18.205" v="35"/>
          <ac:picMkLst>
            <pc:docMk/>
            <pc:sldMk cId="4129244759" sldId="327"/>
            <ac:picMk id="20" creationId="{DCA314A5-2889-4969-862B-D2C7FE6BA981}"/>
          </ac:picMkLst>
        </pc:picChg>
      </pc:sldChg>
      <pc:sldChg chg="addSp modSp">
        <pc:chgData name="Saul Diaz Calderón" userId="000bcd4a6873be9a" providerId="LiveId" clId="{C88E2253-A29C-427F-9855-7EF0BAE4B147}" dt="2026-08-13T13:47:19.396" v="36"/>
        <pc:sldMkLst>
          <pc:docMk/>
          <pc:sldMk cId="1876905912" sldId="328"/>
        </pc:sldMkLst>
        <pc:picChg chg="add mod">
          <ac:chgData name="Saul Diaz Calderón" userId="000bcd4a6873be9a" providerId="LiveId" clId="{C88E2253-A29C-427F-9855-7EF0BAE4B147}" dt="2026-08-13T13:47:19.396" v="36"/>
          <ac:picMkLst>
            <pc:docMk/>
            <pc:sldMk cId="1876905912" sldId="328"/>
            <ac:picMk id="4" creationId="{23A26251-4E60-4571-BE29-1B2581604D86}"/>
          </ac:picMkLst>
        </pc:picChg>
      </pc:sldChg>
      <pc:sldChg chg="addSp modSp">
        <pc:chgData name="Saul Diaz Calderón" userId="000bcd4a6873be9a" providerId="LiveId" clId="{C88E2253-A29C-427F-9855-7EF0BAE4B147}" dt="2026-08-13T13:47:20.423" v="37"/>
        <pc:sldMkLst>
          <pc:docMk/>
          <pc:sldMk cId="3312121226" sldId="329"/>
        </pc:sldMkLst>
        <pc:picChg chg="add mod">
          <ac:chgData name="Saul Diaz Calderón" userId="000bcd4a6873be9a" providerId="LiveId" clId="{C88E2253-A29C-427F-9855-7EF0BAE4B147}" dt="2026-08-13T13:47:20.423" v="37"/>
          <ac:picMkLst>
            <pc:docMk/>
            <pc:sldMk cId="3312121226" sldId="329"/>
            <ac:picMk id="5" creationId="{4EBB3FFD-FACC-4C17-A28A-87E1DCDAE359}"/>
          </ac:picMkLst>
        </pc:picChg>
      </pc:sldChg>
      <pc:sldChg chg="addSp modSp">
        <pc:chgData name="Saul Diaz Calderón" userId="000bcd4a6873be9a" providerId="LiveId" clId="{C88E2253-A29C-427F-9855-7EF0BAE4B147}" dt="2026-08-13T13:47:21.380" v="38"/>
        <pc:sldMkLst>
          <pc:docMk/>
          <pc:sldMk cId="1279184477" sldId="330"/>
        </pc:sldMkLst>
        <pc:picChg chg="add mod">
          <ac:chgData name="Saul Diaz Calderón" userId="000bcd4a6873be9a" providerId="LiveId" clId="{C88E2253-A29C-427F-9855-7EF0BAE4B147}" dt="2026-08-13T13:47:21.380" v="38"/>
          <ac:picMkLst>
            <pc:docMk/>
            <pc:sldMk cId="1279184477" sldId="330"/>
            <ac:picMk id="4" creationId="{90EA452C-A690-4A7C-AD09-2A376A6D397F}"/>
          </ac:picMkLst>
        </pc:picChg>
      </pc:sldChg>
      <pc:sldChg chg="addSp delSp modSp mod">
        <pc:chgData name="Saul Diaz Calderón" userId="000bcd4a6873be9a" providerId="LiveId" clId="{C88E2253-A29C-427F-9855-7EF0BAE4B147}" dt="2026-08-13T13:48:10.151" v="50" actId="1440"/>
        <pc:sldMkLst>
          <pc:docMk/>
          <pc:sldMk cId="2496637068" sldId="331"/>
        </pc:sldMkLst>
        <pc:picChg chg="add mod">
          <ac:chgData name="Saul Diaz Calderón" userId="000bcd4a6873be9a" providerId="LiveId" clId="{C88E2253-A29C-427F-9855-7EF0BAE4B147}" dt="2026-08-13T13:48:10.151" v="50" actId="1440"/>
          <ac:picMkLst>
            <pc:docMk/>
            <pc:sldMk cId="2496637068" sldId="331"/>
            <ac:picMk id="3" creationId="{AF599894-0EC6-498F-BC19-963309006C6D}"/>
          </ac:picMkLst>
        </pc:picChg>
        <pc:picChg chg="del">
          <ac:chgData name="Saul Diaz Calderón" userId="000bcd4a6873be9a" providerId="LiveId" clId="{C88E2253-A29C-427F-9855-7EF0BAE4B147}" dt="2026-08-13T13:47:52.664" v="44" actId="478"/>
          <ac:picMkLst>
            <pc:docMk/>
            <pc:sldMk cId="2496637068" sldId="331"/>
            <ac:picMk id="4" creationId="{29480F3E-320F-4576-B300-C1C56F8539D2}"/>
          </ac:picMkLst>
        </pc:picChg>
        <pc:picChg chg="add mod">
          <ac:chgData name="Saul Diaz Calderón" userId="000bcd4a6873be9a" providerId="LiveId" clId="{C88E2253-A29C-427F-9855-7EF0BAE4B147}" dt="2026-08-13T13:47:23.415" v="39"/>
          <ac:picMkLst>
            <pc:docMk/>
            <pc:sldMk cId="2496637068" sldId="331"/>
            <ac:picMk id="5" creationId="{A64AABC3-F853-4AE2-AD44-B0AA50540BA8}"/>
          </ac:picMkLst>
        </pc:picChg>
      </pc:sldChg>
      <pc:sldChg chg="addSp modSp">
        <pc:chgData name="Saul Diaz Calderón" userId="000bcd4a6873be9a" providerId="LiveId" clId="{C88E2253-A29C-427F-9855-7EF0BAE4B147}" dt="2026-08-13T13:47:26.404" v="40"/>
        <pc:sldMkLst>
          <pc:docMk/>
          <pc:sldMk cId="683352263" sldId="332"/>
        </pc:sldMkLst>
        <pc:picChg chg="add mod">
          <ac:chgData name="Saul Diaz Calderón" userId="000bcd4a6873be9a" providerId="LiveId" clId="{C88E2253-A29C-427F-9855-7EF0BAE4B147}" dt="2026-08-13T13:47:26.404" v="40"/>
          <ac:picMkLst>
            <pc:docMk/>
            <pc:sldMk cId="683352263" sldId="332"/>
            <ac:picMk id="20" creationId="{601EF532-B4DA-4324-B82B-95976E1367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13ce2af5b7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13ce2af5b7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8cc7b966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8cc7b966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e91eb690e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e91eb690e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9263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172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8cc7b966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8cc7b966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6350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1064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e91eb690e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2164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8cc7b966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8cc7b966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0116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624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5092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g1e932d62275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e932d62275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0572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97748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67330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0817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8709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3153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28582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1480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4125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9012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83812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g1e932d62275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e932d62275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94170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10" name="Google Shape;10;p2"/>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 name="Google Shape;11;p2"/>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15" name="Google Shape;15;p3"/>
          <p:cNvGrpSpPr/>
          <p:nvPr/>
        </p:nvGrpSpPr>
        <p:grpSpPr>
          <a:xfrm>
            <a:off x="0" y="0"/>
            <a:ext cx="9513725" cy="5143425"/>
            <a:chOff x="0" y="0"/>
            <a:chExt cx="9513725" cy="5143425"/>
          </a:xfrm>
        </p:grpSpPr>
        <p:sp>
          <p:nvSpPr>
            <p:cNvPr id="16" name="Google Shape;16;p3"/>
            <p:cNvSpPr/>
            <p:nvPr/>
          </p:nvSpPr>
          <p:spPr>
            <a:xfrm>
              <a:off x="84216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 name="Google Shape;17;p3"/>
            <p:cNvSpPr/>
            <p:nvPr/>
          </p:nvSpPr>
          <p:spPr>
            <a:xfrm>
              <a:off x="0" y="4014825"/>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8" name="Google Shape;18;p3"/>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9" name="Google Shape;19;p3"/>
            <p:cNvSpPr/>
            <p:nvPr/>
          </p:nvSpPr>
          <p:spPr>
            <a:xfrm>
              <a:off x="7631225" y="326500"/>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0" name="Google Shape;20;p3"/>
          <p:cNvGrpSpPr/>
          <p:nvPr/>
        </p:nvGrpSpPr>
        <p:grpSpPr>
          <a:xfrm>
            <a:off x="-78450" y="-78300"/>
            <a:ext cx="6346163" cy="6476788"/>
            <a:chOff x="-78450" y="-78300"/>
            <a:chExt cx="6346163" cy="6476788"/>
          </a:xfrm>
        </p:grpSpPr>
        <p:sp>
          <p:nvSpPr>
            <p:cNvPr id="21" name="Google Shape;21;p3"/>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2" name="Google Shape;22;p3"/>
            <p:cNvGrpSpPr/>
            <p:nvPr/>
          </p:nvGrpSpPr>
          <p:grpSpPr>
            <a:xfrm>
              <a:off x="4382438" y="4514238"/>
              <a:ext cx="1885275" cy="1884250"/>
              <a:chOff x="2609275" y="3149350"/>
              <a:chExt cx="1885275" cy="1884250"/>
            </a:xfrm>
          </p:grpSpPr>
          <p:sp>
            <p:nvSpPr>
              <p:cNvPr id="23" name="Google Shape;23;p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 name="Google Shape;42;p3"/>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3" name="Google Shape;43;p3"/>
          <p:cNvSpPr txBox="1">
            <a:spLocks noGrp="1"/>
          </p:cNvSpPr>
          <p:nvPr>
            <p:ph type="title" idx="2" hasCustomPrompt="1"/>
          </p:nvPr>
        </p:nvSpPr>
        <p:spPr>
          <a:xfrm>
            <a:off x="4027350" y="1272000"/>
            <a:ext cx="1089300" cy="1089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pic>
        <p:nvPicPr>
          <p:cNvPr id="75" name="Google Shape;75;p5"/>
          <p:cNvPicPr preferRelativeResize="0"/>
          <p:nvPr/>
        </p:nvPicPr>
        <p:blipFill>
          <a:blip r:embed="rId2">
            <a:alphaModFix/>
          </a:blip>
          <a:stretch>
            <a:fillRect/>
          </a:stretch>
        </p:blipFill>
        <p:spPr>
          <a:xfrm rot="10800000">
            <a:off x="7924" y="0"/>
            <a:ext cx="9128151" cy="5143499"/>
          </a:xfrm>
          <a:prstGeom prst="rect">
            <a:avLst/>
          </a:prstGeom>
          <a:noFill/>
          <a:ln>
            <a:noFill/>
          </a:ln>
        </p:spPr>
      </p:pic>
      <p:pic>
        <p:nvPicPr>
          <p:cNvPr id="76" name="Google Shape;76;p5"/>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77" name="Google Shape;77;p5"/>
          <p:cNvGrpSpPr/>
          <p:nvPr/>
        </p:nvGrpSpPr>
        <p:grpSpPr>
          <a:xfrm>
            <a:off x="-202950" y="-1524237"/>
            <a:ext cx="9908950" cy="5849938"/>
            <a:chOff x="-202950" y="-1524237"/>
            <a:chExt cx="9908950" cy="5849938"/>
          </a:xfrm>
        </p:grpSpPr>
        <p:sp>
          <p:nvSpPr>
            <p:cNvPr id="78" name="Google Shape;78;p5"/>
            <p:cNvSpPr/>
            <p:nvPr/>
          </p:nvSpPr>
          <p:spPr>
            <a:xfrm rot="10800000" flipH="1">
              <a:off x="-202950" y="-43075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79" name="Google Shape;79;p5"/>
            <p:cNvGrpSpPr/>
            <p:nvPr/>
          </p:nvGrpSpPr>
          <p:grpSpPr>
            <a:xfrm>
              <a:off x="8719875" y="2230200"/>
              <a:ext cx="986125" cy="2095500"/>
              <a:chOff x="7631225" y="2241175"/>
              <a:chExt cx="986125" cy="2095500"/>
            </a:xfrm>
          </p:grpSpPr>
          <p:cxnSp>
            <p:nvCxnSpPr>
              <p:cNvPr id="80" name="Google Shape;80;p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1" name="Google Shape;81;p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 name="Google Shape;82;p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 name="Google Shape;83;p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4" name="Google Shape;84;p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5" name="Google Shape;85;p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6" name="Google Shape;86;p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7" name="Google Shape;87;p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8" name="Google Shape;88;p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9" name="Google Shape;89;p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 name="Google Shape;90;p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 name="Google Shape;91;p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 name="Google Shape;92;p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3" name="Google Shape;93;p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94" name="Google Shape;94;p5"/>
            <p:cNvGrpSpPr/>
            <p:nvPr/>
          </p:nvGrpSpPr>
          <p:grpSpPr>
            <a:xfrm>
              <a:off x="4865588" y="-1524237"/>
              <a:ext cx="1885275" cy="1884250"/>
              <a:chOff x="2609275" y="3149350"/>
              <a:chExt cx="1885275" cy="1884250"/>
            </a:xfrm>
          </p:grpSpPr>
          <p:sp>
            <p:nvSpPr>
              <p:cNvPr id="95" name="Google Shape;95;p5"/>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 name="Google Shape;114;p5"/>
          <p:cNvGrpSpPr/>
          <p:nvPr/>
        </p:nvGrpSpPr>
        <p:grpSpPr>
          <a:xfrm>
            <a:off x="-5879" y="147025"/>
            <a:ext cx="9561029" cy="4996475"/>
            <a:chOff x="-5879" y="147025"/>
            <a:chExt cx="9561029" cy="4996475"/>
          </a:xfrm>
        </p:grpSpPr>
        <p:sp>
          <p:nvSpPr>
            <p:cNvPr id="115" name="Google Shape;115;p5"/>
            <p:cNvSpPr/>
            <p:nvPr/>
          </p:nvSpPr>
          <p:spPr>
            <a:xfrm>
              <a:off x="0" y="4570725"/>
              <a:ext cx="3023100" cy="572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6" name="Google Shape;116;p5"/>
            <p:cNvSpPr/>
            <p:nvPr/>
          </p:nvSpPr>
          <p:spPr>
            <a:xfrm>
              <a:off x="7672650" y="147025"/>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 name="Google Shape;117;p5"/>
            <p:cNvSpPr/>
            <p:nvPr/>
          </p:nvSpPr>
          <p:spPr>
            <a:xfrm flipH="1">
              <a:off x="6920275"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8" name="Google Shape;118;p5"/>
            <p:cNvSpPr/>
            <p:nvPr/>
          </p:nvSpPr>
          <p:spPr>
            <a:xfrm>
              <a:off x="-5879" y="3272100"/>
              <a:ext cx="530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19" name="Google Shape;119;p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0" name="Google Shape;120;p5"/>
          <p:cNvSpPr txBox="1">
            <a:spLocks noGrp="1"/>
          </p:cNvSpPr>
          <p:nvPr>
            <p:ph type="subTitle" idx="1"/>
          </p:nvPr>
        </p:nvSpPr>
        <p:spPr>
          <a:xfrm>
            <a:off x="826450" y="2085250"/>
            <a:ext cx="3516600" cy="17694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21" name="Google Shape;121;p5"/>
          <p:cNvSpPr txBox="1">
            <a:spLocks noGrp="1"/>
          </p:cNvSpPr>
          <p:nvPr>
            <p:ph type="subTitle" idx="2"/>
          </p:nvPr>
        </p:nvSpPr>
        <p:spPr>
          <a:xfrm>
            <a:off x="4800925" y="2085250"/>
            <a:ext cx="3516600" cy="1769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pic>
        <p:nvPicPr>
          <p:cNvPr id="151" name="Google Shape;151;p7"/>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152" name="Google Shape;152;p7"/>
          <p:cNvGrpSpPr/>
          <p:nvPr/>
        </p:nvGrpSpPr>
        <p:grpSpPr>
          <a:xfrm>
            <a:off x="0" y="0"/>
            <a:ext cx="2263500" cy="1871400"/>
            <a:chOff x="0" y="0"/>
            <a:chExt cx="2263500" cy="1871400"/>
          </a:xfrm>
        </p:grpSpPr>
        <p:sp>
          <p:nvSpPr>
            <p:cNvPr id="153" name="Google Shape;153;p7"/>
            <p:cNvSpPr/>
            <p:nvPr/>
          </p:nvSpPr>
          <p:spPr>
            <a:xfrm>
              <a:off x="0" y="0"/>
              <a:ext cx="5556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4" name="Google Shape;154;p7"/>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55" name="Google Shape;155;p7"/>
          <p:cNvGrpSpPr/>
          <p:nvPr/>
        </p:nvGrpSpPr>
        <p:grpSpPr>
          <a:xfrm>
            <a:off x="-1404987" y="-1786325"/>
            <a:ext cx="11178725" cy="6927275"/>
            <a:chOff x="-1404987" y="-1786325"/>
            <a:chExt cx="11178725" cy="6927275"/>
          </a:xfrm>
        </p:grpSpPr>
        <p:sp>
          <p:nvSpPr>
            <p:cNvPr id="156" name="Google Shape;156;p7"/>
            <p:cNvSpPr/>
            <p:nvPr/>
          </p:nvSpPr>
          <p:spPr>
            <a:xfrm>
              <a:off x="-78450" y="45298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57" name="Google Shape;157;p7"/>
            <p:cNvGrpSpPr/>
            <p:nvPr/>
          </p:nvGrpSpPr>
          <p:grpSpPr>
            <a:xfrm>
              <a:off x="-1404987" y="2387838"/>
              <a:ext cx="1885275" cy="1884250"/>
              <a:chOff x="2609275" y="3149350"/>
              <a:chExt cx="1885275" cy="1884250"/>
            </a:xfrm>
          </p:grpSpPr>
          <p:sp>
            <p:nvSpPr>
              <p:cNvPr id="158" name="Google Shape;158;p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7"/>
            <p:cNvSpPr/>
            <p:nvPr/>
          </p:nvSpPr>
          <p:spPr>
            <a:xfrm rot="-5400000">
              <a:off x="7447913" y="-17863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7"/>
          <p:cNvSpPr txBox="1">
            <a:spLocks noGrp="1"/>
          </p:cNvSpPr>
          <p:nvPr>
            <p:ph type="title"/>
          </p:nvPr>
        </p:nvSpPr>
        <p:spPr>
          <a:xfrm>
            <a:off x="722375" y="539500"/>
            <a:ext cx="7699200" cy="576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9" name="Google Shape;179;p7"/>
          <p:cNvSpPr txBox="1">
            <a:spLocks noGrp="1"/>
          </p:cNvSpPr>
          <p:nvPr>
            <p:ph type="body" idx="1"/>
          </p:nvPr>
        </p:nvSpPr>
        <p:spPr>
          <a:xfrm>
            <a:off x="722400" y="2086725"/>
            <a:ext cx="4136700" cy="1846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0"/>
        <p:cNvGrpSpPr/>
        <p:nvPr/>
      </p:nvGrpSpPr>
      <p:grpSpPr>
        <a:xfrm>
          <a:off x="0" y="0"/>
          <a:ext cx="0" cy="0"/>
          <a:chOff x="0" y="0"/>
          <a:chExt cx="0" cy="0"/>
        </a:xfrm>
      </p:grpSpPr>
      <p:pic>
        <p:nvPicPr>
          <p:cNvPr id="181" name="Google Shape;181;p8"/>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182" name="Google Shape;182;p8"/>
          <p:cNvGrpSpPr/>
          <p:nvPr/>
        </p:nvGrpSpPr>
        <p:grpSpPr>
          <a:xfrm>
            <a:off x="6873876" y="0"/>
            <a:ext cx="2263500" cy="1871400"/>
            <a:chOff x="6873876" y="0"/>
            <a:chExt cx="2263500" cy="1871400"/>
          </a:xfrm>
        </p:grpSpPr>
        <p:sp>
          <p:nvSpPr>
            <p:cNvPr id="183" name="Google Shape;183;p8"/>
            <p:cNvSpPr/>
            <p:nvPr/>
          </p:nvSpPr>
          <p:spPr>
            <a:xfrm flipH="1">
              <a:off x="8414976"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84" name="Google Shape;184;p8"/>
            <p:cNvSpPr/>
            <p:nvPr/>
          </p:nvSpPr>
          <p:spPr>
            <a:xfrm rot="10800000">
              <a:off x="6873876"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85" name="Google Shape;185;p8"/>
          <p:cNvGrpSpPr/>
          <p:nvPr/>
        </p:nvGrpSpPr>
        <p:grpSpPr>
          <a:xfrm>
            <a:off x="6053826" y="2401638"/>
            <a:ext cx="4322888" cy="2780726"/>
            <a:chOff x="6053826" y="2401638"/>
            <a:chExt cx="4322888" cy="2780726"/>
          </a:xfrm>
        </p:grpSpPr>
        <p:sp>
          <p:nvSpPr>
            <p:cNvPr id="186" name="Google Shape;186;p8"/>
            <p:cNvSpPr/>
            <p:nvPr/>
          </p:nvSpPr>
          <p:spPr>
            <a:xfrm flipH="1">
              <a:off x="6053826" y="4571263"/>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87" name="Google Shape;187;p8"/>
            <p:cNvGrpSpPr/>
            <p:nvPr/>
          </p:nvGrpSpPr>
          <p:grpSpPr>
            <a:xfrm flipH="1">
              <a:off x="8491439" y="2401638"/>
              <a:ext cx="1885275" cy="1884250"/>
              <a:chOff x="2609275" y="3149350"/>
              <a:chExt cx="1885275" cy="1884250"/>
            </a:xfrm>
          </p:grpSpPr>
          <p:sp>
            <p:nvSpPr>
              <p:cNvPr id="188" name="Google Shape;188;p8"/>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8"/>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8"/>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8"/>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8"/>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8"/>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8"/>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8"/>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8"/>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8"/>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8"/>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8"/>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8"/>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8"/>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8"/>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8"/>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7" name="Google Shape;207;p8"/>
          <p:cNvSpPr txBox="1">
            <a:spLocks noGrp="1"/>
          </p:cNvSpPr>
          <p:nvPr>
            <p:ph type="title"/>
          </p:nvPr>
        </p:nvSpPr>
        <p:spPr>
          <a:xfrm>
            <a:off x="1892300" y="1524000"/>
            <a:ext cx="5359500" cy="2095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8"/>
        <p:cNvGrpSpPr/>
        <p:nvPr/>
      </p:nvGrpSpPr>
      <p:grpSpPr>
        <a:xfrm>
          <a:off x="0" y="0"/>
          <a:ext cx="0" cy="0"/>
          <a:chOff x="0" y="0"/>
          <a:chExt cx="0" cy="0"/>
        </a:xfrm>
      </p:grpSpPr>
      <p:pic>
        <p:nvPicPr>
          <p:cNvPr id="209" name="Google Shape;209;p9"/>
          <p:cNvPicPr preferRelativeResize="0"/>
          <p:nvPr/>
        </p:nvPicPr>
        <p:blipFill>
          <a:blip r:embed="rId2">
            <a:alphaModFix/>
          </a:blip>
          <a:stretch>
            <a:fillRect/>
          </a:stretch>
        </p:blipFill>
        <p:spPr>
          <a:xfrm flipH="1">
            <a:off x="7924" y="0"/>
            <a:ext cx="9128151" cy="5143499"/>
          </a:xfrm>
          <a:prstGeom prst="rect">
            <a:avLst/>
          </a:prstGeom>
          <a:noFill/>
          <a:ln>
            <a:noFill/>
          </a:ln>
        </p:spPr>
      </p:pic>
      <p:pic>
        <p:nvPicPr>
          <p:cNvPr id="210" name="Google Shape;210;p9"/>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211" name="Google Shape;211;p9"/>
          <p:cNvGrpSpPr/>
          <p:nvPr/>
        </p:nvGrpSpPr>
        <p:grpSpPr>
          <a:xfrm>
            <a:off x="0" y="0"/>
            <a:ext cx="9362875" cy="5143500"/>
            <a:chOff x="0" y="0"/>
            <a:chExt cx="9362875" cy="5143500"/>
          </a:xfrm>
        </p:grpSpPr>
        <p:sp>
          <p:nvSpPr>
            <p:cNvPr id="212" name="Google Shape;212;p9"/>
            <p:cNvSpPr/>
            <p:nvPr/>
          </p:nvSpPr>
          <p:spPr>
            <a:xfrm>
              <a:off x="79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3" name="Google Shape;213;p9"/>
            <p:cNvSpPr/>
            <p:nvPr/>
          </p:nvSpPr>
          <p:spPr>
            <a:xfrm rot="-5400000">
              <a:off x="7825525" y="3832950"/>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4" name="Google Shape;214;p9"/>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5" name="Google Shape;215;p9"/>
            <p:cNvSpPr/>
            <p:nvPr/>
          </p:nvSpPr>
          <p:spPr>
            <a:xfrm>
              <a:off x="7480375" y="4702475"/>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216" name="Google Shape;216;p9"/>
          <p:cNvSpPr/>
          <p:nvPr/>
        </p:nvSpPr>
        <p:spPr>
          <a:xfrm rot="5400000">
            <a:off x="3685175" y="48296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txBox="1">
            <a:spLocks noGrp="1"/>
          </p:cNvSpPr>
          <p:nvPr>
            <p:ph type="title"/>
          </p:nvPr>
        </p:nvSpPr>
        <p:spPr>
          <a:xfrm>
            <a:off x="2330700" y="1718288"/>
            <a:ext cx="4482600" cy="736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18" name="Google Shape;218;p9"/>
          <p:cNvSpPr txBox="1">
            <a:spLocks noGrp="1"/>
          </p:cNvSpPr>
          <p:nvPr>
            <p:ph type="subTitle" idx="1"/>
          </p:nvPr>
        </p:nvSpPr>
        <p:spPr>
          <a:xfrm>
            <a:off x="2330700" y="2336514"/>
            <a:ext cx="4482600" cy="108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3"/>
        <p:cNvGrpSpPr/>
        <p:nvPr/>
      </p:nvGrpSpPr>
      <p:grpSpPr>
        <a:xfrm>
          <a:off x="0" y="0"/>
          <a:ext cx="0" cy="0"/>
          <a:chOff x="0" y="0"/>
          <a:chExt cx="0" cy="0"/>
        </a:xfrm>
      </p:grpSpPr>
      <p:pic>
        <p:nvPicPr>
          <p:cNvPr id="254" name="Google Shape;254;p13"/>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255" name="Google Shape;255;p13"/>
          <p:cNvGrpSpPr/>
          <p:nvPr/>
        </p:nvGrpSpPr>
        <p:grpSpPr>
          <a:xfrm>
            <a:off x="-300" y="-12"/>
            <a:ext cx="9363175" cy="5143488"/>
            <a:chOff x="-300" y="-12"/>
            <a:chExt cx="9363175" cy="5143488"/>
          </a:xfrm>
        </p:grpSpPr>
        <p:sp>
          <p:nvSpPr>
            <p:cNvPr id="256" name="Google Shape;256;p13"/>
            <p:cNvSpPr/>
            <p:nvPr/>
          </p:nvSpPr>
          <p:spPr>
            <a:xfrm>
              <a:off x="8421575" y="3272075"/>
              <a:ext cx="717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7" name="Google Shape;257;p13"/>
            <p:cNvSpPr/>
            <p:nvPr/>
          </p:nvSpPr>
          <p:spPr>
            <a:xfrm rot="5400000">
              <a:off x="-568800" y="568500"/>
              <a:ext cx="1759500" cy="6225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8" name="Google Shape;258;p13"/>
            <p:cNvSpPr/>
            <p:nvPr/>
          </p:nvSpPr>
          <p:spPr>
            <a:xfrm rot="10800000" flipH="1">
              <a:off x="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9" name="Google Shape;259;p13"/>
            <p:cNvSpPr/>
            <p:nvPr/>
          </p:nvSpPr>
          <p:spPr>
            <a:xfrm>
              <a:off x="7480375" y="4654350"/>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60" name="Google Shape;260;p13"/>
          <p:cNvGrpSpPr/>
          <p:nvPr/>
        </p:nvGrpSpPr>
        <p:grpSpPr>
          <a:xfrm>
            <a:off x="-804387" y="-78325"/>
            <a:ext cx="11111225" cy="6776750"/>
            <a:chOff x="-804387" y="-78325"/>
            <a:chExt cx="11111225" cy="6776750"/>
          </a:xfrm>
        </p:grpSpPr>
        <p:sp>
          <p:nvSpPr>
            <p:cNvPr id="261" name="Google Shape;261;p13"/>
            <p:cNvSpPr/>
            <p:nvPr/>
          </p:nvSpPr>
          <p:spPr>
            <a:xfrm rot="10800000">
              <a:off x="5782225" y="-78325"/>
              <a:ext cx="3429000" cy="582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62" name="Google Shape;262;p13"/>
            <p:cNvGrpSpPr/>
            <p:nvPr/>
          </p:nvGrpSpPr>
          <p:grpSpPr>
            <a:xfrm>
              <a:off x="-387025" y="1052225"/>
              <a:ext cx="910269" cy="2095500"/>
              <a:chOff x="7631225" y="2241175"/>
              <a:chExt cx="910269" cy="2095500"/>
            </a:xfrm>
          </p:grpSpPr>
          <p:cxnSp>
            <p:nvCxnSpPr>
              <p:cNvPr id="263" name="Google Shape;263;p1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4" name="Google Shape;264;p1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5" name="Google Shape;265;p1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6" name="Google Shape;266;p1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7" name="Google Shape;267;p1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8" name="Google Shape;268;p1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9" name="Google Shape;269;p1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0" name="Google Shape;270;p1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1" name="Google Shape;271;p1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2" name="Google Shape;272;p1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3" name="Google Shape;273;p1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4" name="Google Shape;274;p1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1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276" name="Google Shape;276;p13"/>
            <p:cNvGrpSpPr/>
            <p:nvPr/>
          </p:nvGrpSpPr>
          <p:grpSpPr>
            <a:xfrm>
              <a:off x="8421563" y="946050"/>
              <a:ext cx="1885275" cy="1884250"/>
              <a:chOff x="2609275" y="3149350"/>
              <a:chExt cx="1885275" cy="1884250"/>
            </a:xfrm>
          </p:grpSpPr>
          <p:sp>
            <p:nvSpPr>
              <p:cNvPr id="277" name="Google Shape;277;p1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3"/>
            <p:cNvSpPr/>
            <p:nvPr/>
          </p:nvSpPr>
          <p:spPr>
            <a:xfrm rot="5400000">
              <a:off x="-804387" y="4372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1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298" name="Google Shape;298;p13"/>
          <p:cNvSpPr txBox="1">
            <a:spLocks noGrp="1"/>
          </p:cNvSpPr>
          <p:nvPr>
            <p:ph type="title" idx="2" hasCustomPrompt="1"/>
          </p:nvPr>
        </p:nvSpPr>
        <p:spPr>
          <a:xfrm>
            <a:off x="152228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99" name="Google Shape;299;p13"/>
          <p:cNvSpPr txBox="1">
            <a:spLocks noGrp="1"/>
          </p:cNvSpPr>
          <p:nvPr>
            <p:ph type="title" idx="3" hasCustomPrompt="1"/>
          </p:nvPr>
        </p:nvSpPr>
        <p:spPr>
          <a:xfrm>
            <a:off x="523803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0" name="Google Shape;300;p13"/>
          <p:cNvSpPr txBox="1">
            <a:spLocks noGrp="1"/>
          </p:cNvSpPr>
          <p:nvPr>
            <p:ph type="title" idx="4" hasCustomPrompt="1"/>
          </p:nvPr>
        </p:nvSpPr>
        <p:spPr>
          <a:xfrm>
            <a:off x="1522305"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1" name="Google Shape;301;p13"/>
          <p:cNvSpPr txBox="1">
            <a:spLocks noGrp="1"/>
          </p:cNvSpPr>
          <p:nvPr>
            <p:ph type="title" idx="5" hasCustomPrompt="1"/>
          </p:nvPr>
        </p:nvSpPr>
        <p:spPr>
          <a:xfrm>
            <a:off x="1522305"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2" name="Google Shape;302;p13"/>
          <p:cNvSpPr txBox="1">
            <a:spLocks noGrp="1"/>
          </p:cNvSpPr>
          <p:nvPr>
            <p:ph type="subTitle" idx="1"/>
          </p:nvPr>
        </p:nvSpPr>
        <p:spPr>
          <a:xfrm>
            <a:off x="2448393"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3" name="Google Shape;303;p13"/>
          <p:cNvSpPr txBox="1">
            <a:spLocks noGrp="1"/>
          </p:cNvSpPr>
          <p:nvPr>
            <p:ph type="subTitle" idx="6"/>
          </p:nvPr>
        </p:nvSpPr>
        <p:spPr>
          <a:xfrm>
            <a:off x="6164020"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4" name="Google Shape;304;p13"/>
          <p:cNvSpPr txBox="1">
            <a:spLocks noGrp="1"/>
          </p:cNvSpPr>
          <p:nvPr>
            <p:ph type="subTitle" idx="7"/>
          </p:nvPr>
        </p:nvSpPr>
        <p:spPr>
          <a:xfrm>
            <a:off x="2448393"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5" name="Google Shape;305;p13"/>
          <p:cNvSpPr txBox="1">
            <a:spLocks noGrp="1"/>
          </p:cNvSpPr>
          <p:nvPr>
            <p:ph type="subTitle" idx="8"/>
          </p:nvPr>
        </p:nvSpPr>
        <p:spPr>
          <a:xfrm>
            <a:off x="244827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6" name="Google Shape;306;p13"/>
          <p:cNvSpPr txBox="1">
            <a:spLocks noGrp="1"/>
          </p:cNvSpPr>
          <p:nvPr>
            <p:ph type="title" idx="9" hasCustomPrompt="1"/>
          </p:nvPr>
        </p:nvSpPr>
        <p:spPr>
          <a:xfrm>
            <a:off x="5237956"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7" name="Google Shape;307;p13"/>
          <p:cNvSpPr txBox="1">
            <a:spLocks noGrp="1"/>
          </p:cNvSpPr>
          <p:nvPr>
            <p:ph type="title" idx="13" hasCustomPrompt="1"/>
          </p:nvPr>
        </p:nvSpPr>
        <p:spPr>
          <a:xfrm>
            <a:off x="5237957"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8" name="Google Shape;308;p13"/>
          <p:cNvSpPr txBox="1">
            <a:spLocks noGrp="1"/>
          </p:cNvSpPr>
          <p:nvPr>
            <p:ph type="subTitle" idx="14"/>
          </p:nvPr>
        </p:nvSpPr>
        <p:spPr>
          <a:xfrm>
            <a:off x="6163931"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9" name="Google Shape;309;p13"/>
          <p:cNvSpPr txBox="1">
            <a:spLocks noGrp="1"/>
          </p:cNvSpPr>
          <p:nvPr>
            <p:ph type="subTitle" idx="15"/>
          </p:nvPr>
        </p:nvSpPr>
        <p:spPr>
          <a:xfrm>
            <a:off x="616393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877"/>
        <p:cNvGrpSpPr/>
        <p:nvPr/>
      </p:nvGrpSpPr>
      <p:grpSpPr>
        <a:xfrm>
          <a:off x="0" y="0"/>
          <a:ext cx="0" cy="0"/>
          <a:chOff x="0" y="0"/>
          <a:chExt cx="0" cy="0"/>
        </a:xfrm>
      </p:grpSpPr>
      <p:pic>
        <p:nvPicPr>
          <p:cNvPr id="878" name="Google Shape;878;p32"/>
          <p:cNvPicPr preferRelativeResize="0"/>
          <p:nvPr/>
        </p:nvPicPr>
        <p:blipFill>
          <a:blip r:embed="rId2">
            <a:alphaModFix/>
          </a:blip>
          <a:stretch>
            <a:fillRect/>
          </a:stretch>
        </p:blipFill>
        <p:spPr>
          <a:xfrm rot="10800000">
            <a:off x="7924" y="0"/>
            <a:ext cx="9128151" cy="51434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879"/>
        <p:cNvGrpSpPr/>
        <p:nvPr/>
      </p:nvGrpSpPr>
      <p:grpSpPr>
        <a:xfrm>
          <a:off x="0" y="0"/>
          <a:ext cx="0" cy="0"/>
          <a:chOff x="0" y="0"/>
          <a:chExt cx="0" cy="0"/>
        </a:xfrm>
      </p:grpSpPr>
      <p:pic>
        <p:nvPicPr>
          <p:cNvPr id="880" name="Google Shape;880;p33"/>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881" name="Google Shape;881;p33"/>
          <p:cNvGrpSpPr/>
          <p:nvPr/>
        </p:nvGrpSpPr>
        <p:grpSpPr>
          <a:xfrm>
            <a:off x="0" y="-25"/>
            <a:ext cx="9552075" cy="5143375"/>
            <a:chOff x="0" y="-25"/>
            <a:chExt cx="9552075" cy="5143375"/>
          </a:xfrm>
        </p:grpSpPr>
        <p:sp>
          <p:nvSpPr>
            <p:cNvPr id="882" name="Google Shape;882;p33"/>
            <p:cNvSpPr/>
            <p:nvPr/>
          </p:nvSpPr>
          <p:spPr>
            <a:xfrm>
              <a:off x="0" y="0"/>
              <a:ext cx="722400" cy="24021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3" name="Google Shape;883;p33"/>
            <p:cNvSpPr/>
            <p:nvPr/>
          </p:nvSpPr>
          <p:spPr>
            <a:xfrm flipH="1">
              <a:off x="6943500" y="4306950"/>
              <a:ext cx="2200500" cy="836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4" name="Google Shape;884;p33"/>
            <p:cNvSpPr/>
            <p:nvPr/>
          </p:nvSpPr>
          <p:spPr>
            <a:xfrm rot="10800000" flipH="1">
              <a:off x="0" y="-25"/>
              <a:ext cx="2263500" cy="8421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5" name="Google Shape;885;p33"/>
            <p:cNvSpPr/>
            <p:nvPr/>
          </p:nvSpPr>
          <p:spPr>
            <a:xfrm>
              <a:off x="7669575" y="4755450"/>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886" name="Google Shape;886;p33"/>
          <p:cNvGrpSpPr/>
          <p:nvPr/>
        </p:nvGrpSpPr>
        <p:grpSpPr>
          <a:xfrm>
            <a:off x="489563" y="-211525"/>
            <a:ext cx="8425113" cy="6291588"/>
            <a:chOff x="489563" y="-211525"/>
            <a:chExt cx="8425113" cy="6291588"/>
          </a:xfrm>
        </p:grpSpPr>
        <p:grpSp>
          <p:nvGrpSpPr>
            <p:cNvPr id="887" name="Google Shape;887;p33"/>
            <p:cNvGrpSpPr/>
            <p:nvPr/>
          </p:nvGrpSpPr>
          <p:grpSpPr>
            <a:xfrm>
              <a:off x="489563" y="4195813"/>
              <a:ext cx="1885275" cy="1884250"/>
              <a:chOff x="2609275" y="3149350"/>
              <a:chExt cx="1885275" cy="1884250"/>
            </a:xfrm>
          </p:grpSpPr>
          <p:sp>
            <p:nvSpPr>
              <p:cNvPr id="888" name="Google Shape;888;p3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3"/>
            <p:cNvGrpSpPr/>
            <p:nvPr/>
          </p:nvGrpSpPr>
          <p:grpSpPr>
            <a:xfrm>
              <a:off x="7928550" y="-211525"/>
              <a:ext cx="986125" cy="2095500"/>
              <a:chOff x="7631225" y="2241175"/>
              <a:chExt cx="986125" cy="2095500"/>
            </a:xfrm>
          </p:grpSpPr>
          <p:cxnSp>
            <p:nvCxnSpPr>
              <p:cNvPr id="908" name="Google Shape;908;p3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9" name="Google Shape;909;p3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0" name="Google Shape;910;p3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1" name="Google Shape;911;p3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2" name="Google Shape;912;p3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3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3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5" name="Google Shape;915;p3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6" name="Google Shape;916;p3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7" name="Google Shape;917;p3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8" name="Google Shape;918;p3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9" name="Google Shape;919;p3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0" name="Google Shape;920;p3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1" name="Google Shape;921;p33"/>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8" r:id="rId7"/>
    <p:sldLayoutId id="2147483659" r:id="rId8"/>
    <p:sldLayoutId id="2147483678" r:id="rId9"/>
    <p:sldLayoutId id="214748367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37"/>
          <p:cNvSpPr txBox="1">
            <a:spLocks noGrp="1"/>
          </p:cNvSpPr>
          <p:nvPr>
            <p:ph type="ctrTitle"/>
          </p:nvPr>
        </p:nvSpPr>
        <p:spPr>
          <a:xfrm>
            <a:off x="2308350" y="1302169"/>
            <a:ext cx="4527300" cy="153158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t>PROYECTO</a:t>
            </a:r>
            <a:br>
              <a:rPr lang="en" sz="4400" dirty="0"/>
            </a:br>
            <a:r>
              <a:rPr lang="en" sz="4400" dirty="0"/>
              <a:t>INTEGRADOR</a:t>
            </a:r>
            <a:endParaRPr sz="2800" dirty="0"/>
          </a:p>
        </p:txBody>
      </p:sp>
      <p:sp>
        <p:nvSpPr>
          <p:cNvPr id="933" name="Google Shape;933;p37"/>
          <p:cNvSpPr txBox="1">
            <a:spLocks noGrp="1"/>
          </p:cNvSpPr>
          <p:nvPr>
            <p:ph type="subTitle" idx="1"/>
          </p:nvPr>
        </p:nvSpPr>
        <p:spPr>
          <a:xfrm>
            <a:off x="2308350" y="2919327"/>
            <a:ext cx="4527300" cy="444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Nombre: Diaz Coya Diego Saul</a:t>
            </a:r>
          </a:p>
          <a:p>
            <a:pPr marL="0" lvl="0" indent="0" algn="ctr" rtl="0">
              <a:spcBef>
                <a:spcPts val="0"/>
              </a:spcBef>
              <a:spcAft>
                <a:spcPts val="0"/>
              </a:spcAft>
              <a:buNone/>
            </a:pPr>
            <a:r>
              <a:rPr lang="en" sz="1400" dirty="0"/>
              <a:t>Codigo: U21318581</a:t>
            </a:r>
          </a:p>
          <a:p>
            <a:pPr marL="0" lvl="0" indent="0" algn="ctr" rtl="0">
              <a:spcBef>
                <a:spcPts val="0"/>
              </a:spcBef>
              <a:spcAft>
                <a:spcPts val="0"/>
              </a:spcAft>
              <a:buNone/>
            </a:pPr>
            <a:r>
              <a:rPr lang="en" sz="1400" dirty="0"/>
              <a:t>Curso: Inteligencia de Negocios</a:t>
            </a:r>
            <a:endParaRPr sz="1400" dirty="0"/>
          </a:p>
        </p:txBody>
      </p:sp>
      <p:grpSp>
        <p:nvGrpSpPr>
          <p:cNvPr id="934" name="Google Shape;934;p37"/>
          <p:cNvGrpSpPr/>
          <p:nvPr/>
        </p:nvGrpSpPr>
        <p:grpSpPr>
          <a:xfrm>
            <a:off x="5524419" y="2241175"/>
            <a:ext cx="3619432" cy="2902209"/>
            <a:chOff x="5524419" y="2241175"/>
            <a:chExt cx="3619432" cy="2902209"/>
          </a:xfrm>
        </p:grpSpPr>
        <p:grpSp>
          <p:nvGrpSpPr>
            <p:cNvPr id="935" name="Google Shape;935;p37"/>
            <p:cNvGrpSpPr/>
            <p:nvPr/>
          </p:nvGrpSpPr>
          <p:grpSpPr>
            <a:xfrm>
              <a:off x="5524419" y="4160759"/>
              <a:ext cx="3619432" cy="982624"/>
              <a:chOff x="4986600" y="4014825"/>
              <a:chExt cx="4157400" cy="1128675"/>
            </a:xfrm>
          </p:grpSpPr>
          <p:sp>
            <p:nvSpPr>
              <p:cNvPr id="936" name="Google Shape;936;p37"/>
              <p:cNvSpPr/>
              <p:nvPr/>
            </p:nvSpPr>
            <p:spPr>
              <a:xfrm flipH="1">
                <a:off x="5715000" y="4014825"/>
                <a:ext cx="34290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37" name="Google Shape;937;p37"/>
              <p:cNvSpPr/>
              <p:nvPr/>
            </p:nvSpPr>
            <p:spPr>
              <a:xfrm flipH="1">
                <a:off x="4986600" y="4527300"/>
                <a:ext cx="4157400" cy="6162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938" name="Google Shape;938;p37"/>
            <p:cNvGrpSpPr/>
            <p:nvPr/>
          </p:nvGrpSpPr>
          <p:grpSpPr>
            <a:xfrm>
              <a:off x="7631225" y="2241175"/>
              <a:ext cx="986125" cy="2095500"/>
              <a:chOff x="7631225" y="2241175"/>
              <a:chExt cx="986125" cy="2095500"/>
            </a:xfrm>
          </p:grpSpPr>
          <p:cxnSp>
            <p:nvCxnSpPr>
              <p:cNvPr id="939" name="Google Shape;939;p37"/>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0" name="Google Shape;940;p37"/>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1" name="Google Shape;941;p37"/>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2" name="Google Shape;942;p37"/>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3" name="Google Shape;943;p37"/>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4" name="Google Shape;944;p37"/>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5" name="Google Shape;945;p37"/>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6" name="Google Shape;946;p37"/>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7" name="Google Shape;947;p37"/>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8" name="Google Shape;948;p37"/>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9" name="Google Shape;949;p37"/>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0" name="Google Shape;950;p37"/>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1" name="Google Shape;951;p37"/>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2" name="Google Shape;952;p37"/>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953" name="Google Shape;953;p37"/>
          <p:cNvGrpSpPr/>
          <p:nvPr/>
        </p:nvGrpSpPr>
        <p:grpSpPr>
          <a:xfrm>
            <a:off x="-630087" y="1859288"/>
            <a:ext cx="2893588" cy="3284238"/>
            <a:chOff x="-630087" y="1859288"/>
            <a:chExt cx="2893588" cy="3284238"/>
          </a:xfrm>
        </p:grpSpPr>
        <p:sp>
          <p:nvSpPr>
            <p:cNvPr id="954" name="Google Shape;954;p37"/>
            <p:cNvSpPr/>
            <p:nvPr/>
          </p:nvSpPr>
          <p:spPr>
            <a:xfrm>
              <a:off x="0"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Maven Pro"/>
                <a:ea typeface="Maven Pro"/>
                <a:cs typeface="Maven Pro"/>
                <a:sym typeface="Maven Pro"/>
              </a:endParaRPr>
            </a:p>
          </p:txBody>
        </p:sp>
        <p:sp>
          <p:nvSpPr>
            <p:cNvPr id="955" name="Google Shape;955;p37"/>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956" name="Google Shape;956;p37"/>
            <p:cNvGrpSpPr/>
            <p:nvPr/>
          </p:nvGrpSpPr>
          <p:grpSpPr>
            <a:xfrm>
              <a:off x="-630087" y="1859288"/>
              <a:ext cx="1885275" cy="1884250"/>
              <a:chOff x="2609275" y="3149350"/>
              <a:chExt cx="1885275" cy="1884250"/>
            </a:xfrm>
          </p:grpSpPr>
          <p:sp>
            <p:nvSpPr>
              <p:cNvPr id="957" name="Google Shape;957;p3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6" name="Google Shape;976;p37"/>
          <p:cNvGrpSpPr/>
          <p:nvPr/>
        </p:nvGrpSpPr>
        <p:grpSpPr>
          <a:xfrm>
            <a:off x="5969750" y="-1678600"/>
            <a:ext cx="3756875" cy="2788075"/>
            <a:chOff x="5969750" y="-1678600"/>
            <a:chExt cx="3756875" cy="2788075"/>
          </a:xfrm>
        </p:grpSpPr>
        <p:sp>
          <p:nvSpPr>
            <p:cNvPr id="977" name="Google Shape;977;p37"/>
            <p:cNvSpPr/>
            <p:nvPr/>
          </p:nvSpPr>
          <p:spPr>
            <a:xfrm>
              <a:off x="7844125" y="896475"/>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78" name="Google Shape;978;p37"/>
            <p:cNvSpPr/>
            <p:nvPr/>
          </p:nvSpPr>
          <p:spPr>
            <a:xfrm rot="-5400000">
              <a:off x="5969750"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39"/>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Contenido</a:t>
            </a:r>
            <a:endParaRPr dirty="0"/>
          </a:p>
        </p:txBody>
      </p:sp>
      <p:sp>
        <p:nvSpPr>
          <p:cNvPr id="993" name="Google Shape;993;p39"/>
          <p:cNvSpPr txBox="1">
            <a:spLocks noGrp="1"/>
          </p:cNvSpPr>
          <p:nvPr>
            <p:ph type="title" idx="2"/>
          </p:nvPr>
        </p:nvSpPr>
        <p:spPr>
          <a:xfrm>
            <a:off x="152228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94" name="Google Shape;994;p39"/>
          <p:cNvSpPr txBox="1">
            <a:spLocks noGrp="1"/>
          </p:cNvSpPr>
          <p:nvPr>
            <p:ph type="title" idx="3"/>
          </p:nvPr>
        </p:nvSpPr>
        <p:spPr>
          <a:xfrm>
            <a:off x="523803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995" name="Google Shape;995;p39"/>
          <p:cNvSpPr txBox="1">
            <a:spLocks noGrp="1"/>
          </p:cNvSpPr>
          <p:nvPr>
            <p:ph type="title" idx="4"/>
          </p:nvPr>
        </p:nvSpPr>
        <p:spPr>
          <a:xfrm>
            <a:off x="1522305"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96" name="Google Shape;996;p39"/>
          <p:cNvSpPr txBox="1">
            <a:spLocks noGrp="1"/>
          </p:cNvSpPr>
          <p:nvPr>
            <p:ph type="title" idx="5"/>
          </p:nvPr>
        </p:nvSpPr>
        <p:spPr>
          <a:xfrm>
            <a:off x="1522305"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97" name="Google Shape;997;p39"/>
          <p:cNvSpPr txBox="1">
            <a:spLocks noGrp="1"/>
          </p:cNvSpPr>
          <p:nvPr>
            <p:ph type="subTitle" idx="1"/>
          </p:nvPr>
        </p:nvSpPr>
        <p:spPr>
          <a:xfrm>
            <a:off x="2448392" y="1518150"/>
            <a:ext cx="2464983"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Analisis de requerimiento del negocio</a:t>
            </a:r>
            <a:endParaRPr dirty="0"/>
          </a:p>
        </p:txBody>
      </p:sp>
      <p:sp>
        <p:nvSpPr>
          <p:cNvPr id="998" name="Google Shape;998;p39"/>
          <p:cNvSpPr txBox="1">
            <a:spLocks noGrp="1"/>
          </p:cNvSpPr>
          <p:nvPr>
            <p:ph type="subTitle" idx="6"/>
          </p:nvPr>
        </p:nvSpPr>
        <p:spPr>
          <a:xfrm>
            <a:off x="6164020" y="1518150"/>
            <a:ext cx="145770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Proceso ETL</a:t>
            </a:r>
            <a:endParaRPr dirty="0"/>
          </a:p>
        </p:txBody>
      </p:sp>
      <p:sp>
        <p:nvSpPr>
          <p:cNvPr id="999" name="Google Shape;999;p39"/>
          <p:cNvSpPr txBox="1">
            <a:spLocks noGrp="1"/>
          </p:cNvSpPr>
          <p:nvPr>
            <p:ph type="subTitle" idx="7"/>
          </p:nvPr>
        </p:nvSpPr>
        <p:spPr>
          <a:xfrm>
            <a:off x="2448392" y="2618825"/>
            <a:ext cx="1830999"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Diseño dimensional</a:t>
            </a:r>
            <a:endParaRPr dirty="0"/>
          </a:p>
        </p:txBody>
      </p:sp>
      <p:sp>
        <p:nvSpPr>
          <p:cNvPr id="1000" name="Google Shape;1000;p39"/>
          <p:cNvSpPr txBox="1">
            <a:spLocks noGrp="1"/>
          </p:cNvSpPr>
          <p:nvPr>
            <p:ph type="subTitle" idx="8"/>
          </p:nvPr>
        </p:nvSpPr>
        <p:spPr>
          <a:xfrm>
            <a:off x="2448269" y="3719500"/>
            <a:ext cx="2464983"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Implementación técnica del data warehouse</a:t>
            </a:r>
            <a:endParaRPr dirty="0"/>
          </a:p>
        </p:txBody>
      </p:sp>
      <p:sp>
        <p:nvSpPr>
          <p:cNvPr id="1001" name="Google Shape;1001;p39"/>
          <p:cNvSpPr txBox="1">
            <a:spLocks noGrp="1"/>
          </p:cNvSpPr>
          <p:nvPr>
            <p:ph type="title" idx="9"/>
          </p:nvPr>
        </p:nvSpPr>
        <p:spPr>
          <a:xfrm>
            <a:off x="5237956"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1002" name="Google Shape;1002;p39"/>
          <p:cNvSpPr txBox="1">
            <a:spLocks noGrp="1"/>
          </p:cNvSpPr>
          <p:nvPr>
            <p:ph type="title" idx="13"/>
          </p:nvPr>
        </p:nvSpPr>
        <p:spPr>
          <a:xfrm>
            <a:off x="5237957"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1003" name="Google Shape;1003;p39"/>
          <p:cNvSpPr txBox="1">
            <a:spLocks noGrp="1"/>
          </p:cNvSpPr>
          <p:nvPr>
            <p:ph type="subTitle" idx="14"/>
          </p:nvPr>
        </p:nvSpPr>
        <p:spPr>
          <a:xfrm>
            <a:off x="6163930" y="2618825"/>
            <a:ext cx="2138821"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Desarrollo del Dashboard</a:t>
            </a:r>
            <a:endParaRPr dirty="0"/>
          </a:p>
        </p:txBody>
      </p:sp>
      <p:sp>
        <p:nvSpPr>
          <p:cNvPr id="1004" name="Google Shape;1004;p39"/>
          <p:cNvSpPr txBox="1">
            <a:spLocks noGrp="1"/>
          </p:cNvSpPr>
          <p:nvPr>
            <p:ph type="subTitle" idx="15"/>
          </p:nvPr>
        </p:nvSpPr>
        <p:spPr>
          <a:xfrm>
            <a:off x="6163930" y="3719500"/>
            <a:ext cx="267527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Conclusiones y recomendaciones</a:t>
            </a:r>
            <a:endParaRPr dirty="0"/>
          </a:p>
        </p:txBody>
      </p:sp>
      <p:pic>
        <p:nvPicPr>
          <p:cNvPr id="15" name="Imagen 14">
            <a:extLst>
              <a:ext uri="{FF2B5EF4-FFF2-40B4-BE49-F238E27FC236}">
                <a16:creationId xmlns:a16="http://schemas.microsoft.com/office/drawing/2014/main" id="{24B5B89F-DE97-4797-B06D-FD8B06E1FBCD}"/>
              </a:ext>
            </a:extLst>
          </p:cNvPr>
          <p:cNvPicPr>
            <a:picLocks noChangeAspect="1"/>
          </p:cNvPicPr>
          <p:nvPr/>
        </p:nvPicPr>
        <p:blipFill>
          <a:blip r:embed="rId3"/>
          <a:stretch>
            <a:fillRect/>
          </a:stretch>
        </p:blipFill>
        <p:spPr>
          <a:xfrm>
            <a:off x="8136897" y="-66113"/>
            <a:ext cx="891963" cy="8919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sz="3600" dirty="0"/>
              <a:t>Análisis de requerimiento del negocio</a:t>
            </a:r>
          </a:p>
        </p:txBody>
      </p:sp>
      <p:sp>
        <p:nvSpPr>
          <p:cNvPr id="1057" name="Google Shape;1057;p41"/>
          <p:cNvSpPr txBox="1">
            <a:spLocks noGrp="1"/>
          </p:cNvSpPr>
          <p:nvPr>
            <p:ph type="title" idx="2"/>
          </p:nvPr>
        </p:nvSpPr>
        <p:spPr>
          <a:xfrm>
            <a:off x="4027350" y="1272000"/>
            <a:ext cx="1089300"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Imagen 20">
            <a:extLst>
              <a:ext uri="{FF2B5EF4-FFF2-40B4-BE49-F238E27FC236}">
                <a16:creationId xmlns:a16="http://schemas.microsoft.com/office/drawing/2014/main" id="{B4945938-FD2E-4B2C-BFCD-54A8DEB90601}"/>
              </a:ext>
            </a:extLst>
          </p:cNvPr>
          <p:cNvPicPr>
            <a:picLocks noChangeAspect="1"/>
          </p:cNvPicPr>
          <p:nvPr/>
        </p:nvPicPr>
        <p:blipFill>
          <a:blip r:embed="rId3"/>
          <a:stretch>
            <a:fillRect/>
          </a:stretch>
        </p:blipFill>
        <p:spPr>
          <a:xfrm>
            <a:off x="8136897" y="-66113"/>
            <a:ext cx="891963" cy="8919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42"/>
          <p:cNvSpPr txBox="1">
            <a:spLocks noGrp="1"/>
          </p:cNvSpPr>
          <p:nvPr>
            <p:ph type="title"/>
          </p:nvPr>
        </p:nvSpPr>
        <p:spPr>
          <a:xfrm>
            <a:off x="2330700" y="1256063"/>
            <a:ext cx="4482600" cy="73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Descripción</a:t>
            </a:r>
            <a:endParaRPr dirty="0"/>
          </a:p>
        </p:txBody>
      </p:sp>
      <p:grpSp>
        <p:nvGrpSpPr>
          <p:cNvPr id="1080" name="Google Shape;1080;p42"/>
          <p:cNvGrpSpPr/>
          <p:nvPr/>
        </p:nvGrpSpPr>
        <p:grpSpPr>
          <a:xfrm>
            <a:off x="917550" y="2904450"/>
            <a:ext cx="986125" cy="2095500"/>
            <a:chOff x="7631225" y="2241175"/>
            <a:chExt cx="986125" cy="2095500"/>
          </a:xfrm>
        </p:grpSpPr>
        <p:cxnSp>
          <p:nvCxnSpPr>
            <p:cNvPr id="1081" name="Google Shape;1081;p42"/>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2" name="Google Shape;1082;p42"/>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3" name="Google Shape;1083;p42"/>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4" name="Google Shape;1084;p42"/>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5" name="Google Shape;1085;p42"/>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6" name="Google Shape;1086;p42"/>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7" name="Google Shape;1087;p42"/>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8" name="Google Shape;1088;p42"/>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9" name="Google Shape;1089;p42"/>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0" name="Google Shape;1090;p42"/>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1" name="Google Shape;1091;p42"/>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2" name="Google Shape;1092;p42"/>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3" name="Google Shape;1093;p42"/>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4" name="Google Shape;1094;p42"/>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9" name="Google Shape;1079;p42"/>
          <p:cNvSpPr txBox="1">
            <a:spLocks noGrp="1"/>
          </p:cNvSpPr>
          <p:nvPr>
            <p:ph type="subTitle" idx="1"/>
          </p:nvPr>
        </p:nvSpPr>
        <p:spPr>
          <a:xfrm>
            <a:off x="518160" y="2005053"/>
            <a:ext cx="8107680" cy="1088700"/>
          </a:xfrm>
          <a:prstGeom prst="rect">
            <a:avLst/>
          </a:prstGeom>
        </p:spPr>
        <p:txBody>
          <a:bodyPr spcFirstLastPara="1" wrap="square" lIns="91425" tIns="91425" rIns="91425" bIns="91425" anchor="t" anchorCtr="0">
            <a:noAutofit/>
          </a:bodyPr>
          <a:lstStyle/>
          <a:p>
            <a:pPr marL="228600">
              <a:lnSpc>
                <a:spcPct val="107000"/>
              </a:lnSpc>
              <a:spcAft>
                <a:spcPts val="800"/>
              </a:spcAft>
            </a:pPr>
            <a:r>
              <a:rPr lang="es-MX" sz="1800" dirty="0">
                <a:effectLst/>
                <a:latin typeface="Calibri" panose="020F0502020204030204" pitchFamily="34" charset="0"/>
                <a:ea typeface="Calibri" panose="020F0502020204030204" pitchFamily="34" charset="0"/>
                <a:cs typeface="Calibri" panose="020F0502020204030204" pitchFamily="34" charset="0"/>
              </a:rPr>
              <a:t>RetailMax Perú S.A.C. es una empresa dedicada a la comercialización de productos tecnológicos, como laptops, celulares, televisores y accesorios. La empresa realiza ventas en diferentes regiones del país mediante diversas tiendas físicas y ofrece distintos métodos de pago. Debido al crecimiento de la información generada por las ventas, la gerencia requiere implementar una solución de Inteligencia de Negocios que permita analizar el desempeño comercial y apoyar la toma de decisiones mediante indicadores y dashboards.</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095" name="Google Shape;1095;p42"/>
          <p:cNvGrpSpPr/>
          <p:nvPr/>
        </p:nvGrpSpPr>
        <p:grpSpPr>
          <a:xfrm>
            <a:off x="2035713" y="-744737"/>
            <a:ext cx="1885275" cy="1884250"/>
            <a:chOff x="2609275" y="3149350"/>
            <a:chExt cx="1885275" cy="1884250"/>
          </a:xfrm>
        </p:grpSpPr>
        <p:sp>
          <p:nvSpPr>
            <p:cNvPr id="1096" name="Google Shape;1096;p4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42"/>
          <p:cNvSpPr/>
          <p:nvPr/>
        </p:nvSpPr>
        <p:spPr>
          <a:xfrm rot="10800000">
            <a:off x="5857425"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pic>
        <p:nvPicPr>
          <p:cNvPr id="42" name="Imagen 41">
            <a:extLst>
              <a:ext uri="{FF2B5EF4-FFF2-40B4-BE49-F238E27FC236}">
                <a16:creationId xmlns:a16="http://schemas.microsoft.com/office/drawing/2014/main" id="{58F11DD0-92C8-4277-BB3F-B0192C2256F4}"/>
              </a:ext>
            </a:extLst>
          </p:cNvPr>
          <p:cNvPicPr>
            <a:picLocks noChangeAspect="1"/>
          </p:cNvPicPr>
          <p:nvPr/>
        </p:nvPicPr>
        <p:blipFill>
          <a:blip r:embed="rId3"/>
          <a:stretch>
            <a:fillRect/>
          </a:stretch>
        </p:blipFill>
        <p:spPr>
          <a:xfrm>
            <a:off x="8136897" y="-66113"/>
            <a:ext cx="891963" cy="891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Procesos organizacionales relevantes:</a:t>
            </a:r>
            <a:endParaRPr dirty="0"/>
          </a:p>
        </p:txBody>
      </p:sp>
      <p:pic>
        <p:nvPicPr>
          <p:cNvPr id="7" name="Imagen 6">
            <a:extLst>
              <a:ext uri="{FF2B5EF4-FFF2-40B4-BE49-F238E27FC236}">
                <a16:creationId xmlns:a16="http://schemas.microsoft.com/office/drawing/2014/main" id="{76C03E26-1470-4289-BFB7-9A2EE3FB1A6D}"/>
              </a:ext>
            </a:extLst>
          </p:cNvPr>
          <p:cNvPicPr>
            <a:picLocks noChangeAspect="1"/>
          </p:cNvPicPr>
          <p:nvPr/>
        </p:nvPicPr>
        <p:blipFill>
          <a:blip r:embed="rId3"/>
          <a:stretch>
            <a:fillRect/>
          </a:stretch>
        </p:blipFill>
        <p:spPr>
          <a:xfrm>
            <a:off x="1110445" y="1442801"/>
            <a:ext cx="6923109" cy="2257897"/>
          </a:xfrm>
          <a:prstGeom prst="rect">
            <a:avLst/>
          </a:prstGeom>
        </p:spPr>
      </p:pic>
      <p:pic>
        <p:nvPicPr>
          <p:cNvPr id="4" name="Imagen 3">
            <a:extLst>
              <a:ext uri="{FF2B5EF4-FFF2-40B4-BE49-F238E27FC236}">
                <a16:creationId xmlns:a16="http://schemas.microsoft.com/office/drawing/2014/main" id="{6526E769-5DD1-4C9E-881B-4F599DD7D1C1}"/>
              </a:ext>
            </a:extLst>
          </p:cNvPr>
          <p:cNvPicPr>
            <a:picLocks noChangeAspect="1"/>
          </p:cNvPicPr>
          <p:nvPr/>
        </p:nvPicPr>
        <p:blipFill>
          <a:blip r:embed="rId4"/>
          <a:stretch>
            <a:fillRect/>
          </a:stretch>
        </p:blipFill>
        <p:spPr>
          <a:xfrm>
            <a:off x="8136897" y="-66113"/>
            <a:ext cx="891963" cy="8919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grpSp>
        <p:nvGrpSpPr>
          <p:cNvPr id="1129" name="Google Shape;1129;p44"/>
          <p:cNvGrpSpPr/>
          <p:nvPr/>
        </p:nvGrpSpPr>
        <p:grpSpPr>
          <a:xfrm>
            <a:off x="5309025" y="1748650"/>
            <a:ext cx="3834975" cy="3394725"/>
            <a:chOff x="5309025" y="1748650"/>
            <a:chExt cx="3834975" cy="3394725"/>
          </a:xfrm>
        </p:grpSpPr>
        <p:sp>
          <p:nvSpPr>
            <p:cNvPr id="1130" name="Google Shape;1130;p44"/>
            <p:cNvSpPr/>
            <p:nvPr/>
          </p:nvSpPr>
          <p:spPr>
            <a:xfrm flipH="1">
              <a:off x="6093300" y="2443375"/>
              <a:ext cx="3050700" cy="2700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31" name="Google Shape;1131;p44"/>
            <p:cNvSpPr/>
            <p:nvPr/>
          </p:nvSpPr>
          <p:spPr>
            <a:xfrm>
              <a:off x="5309025" y="4755450"/>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32" name="Google Shape;1132;p44"/>
            <p:cNvGrpSpPr/>
            <p:nvPr/>
          </p:nvGrpSpPr>
          <p:grpSpPr>
            <a:xfrm>
              <a:off x="7041175" y="1748650"/>
              <a:ext cx="986125" cy="2095500"/>
              <a:chOff x="7631225" y="2241175"/>
              <a:chExt cx="986125" cy="2095500"/>
            </a:xfrm>
          </p:grpSpPr>
          <p:cxnSp>
            <p:nvCxnSpPr>
              <p:cNvPr id="1133" name="Google Shape;1133;p4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4" name="Google Shape;1134;p4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5" name="Google Shape;1135;p4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6" name="Google Shape;1136;p4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7" name="Google Shape;1137;p4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8" name="Google Shape;1138;p4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9" name="Google Shape;1139;p4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0" name="Google Shape;1140;p4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1" name="Google Shape;1141;p4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2" name="Google Shape;1142;p4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3" name="Google Shape;1143;p4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4" name="Google Shape;1144;p4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5" name="Google Shape;1145;p4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6" name="Google Shape;1146;p4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26" name="Google Shape;1120;p43">
            <a:extLst>
              <a:ext uri="{FF2B5EF4-FFF2-40B4-BE49-F238E27FC236}">
                <a16:creationId xmlns:a16="http://schemas.microsoft.com/office/drawing/2014/main" id="{75D0A049-C18B-42ED-9F00-276FD7F8DBFE}"/>
              </a:ext>
            </a:extLst>
          </p:cNvPr>
          <p:cNvSpPr txBox="1">
            <a:spLocks noGrp="1"/>
          </p:cNvSpPr>
          <p:nvPr>
            <p:ph type="title"/>
          </p:nvPr>
        </p:nvSpPr>
        <p:spPr>
          <a:xfrm>
            <a:off x="722375" y="539500"/>
            <a:ext cx="722906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Matriz de procesos y requerimientos</a:t>
            </a:r>
            <a:endParaRPr dirty="0"/>
          </a:p>
        </p:txBody>
      </p:sp>
      <p:pic>
        <p:nvPicPr>
          <p:cNvPr id="7" name="Imagen 6">
            <a:extLst>
              <a:ext uri="{FF2B5EF4-FFF2-40B4-BE49-F238E27FC236}">
                <a16:creationId xmlns:a16="http://schemas.microsoft.com/office/drawing/2014/main" id="{9474F032-3D20-460C-AA6E-A77ECA96215B}"/>
              </a:ext>
            </a:extLst>
          </p:cNvPr>
          <p:cNvPicPr>
            <a:picLocks noChangeAspect="1"/>
          </p:cNvPicPr>
          <p:nvPr/>
        </p:nvPicPr>
        <p:blipFill>
          <a:blip r:embed="rId3"/>
          <a:stretch>
            <a:fillRect/>
          </a:stretch>
        </p:blipFill>
        <p:spPr>
          <a:xfrm>
            <a:off x="1623413" y="1302604"/>
            <a:ext cx="5834969" cy="3105484"/>
          </a:xfrm>
          <a:prstGeom prst="rect">
            <a:avLst/>
          </a:prstGeom>
        </p:spPr>
      </p:pic>
      <p:pic>
        <p:nvPicPr>
          <p:cNvPr id="22" name="Imagen 21">
            <a:extLst>
              <a:ext uri="{FF2B5EF4-FFF2-40B4-BE49-F238E27FC236}">
                <a16:creationId xmlns:a16="http://schemas.microsoft.com/office/drawing/2014/main" id="{328BB64D-CE60-4F34-B962-F4B4C7AB12A3}"/>
              </a:ext>
            </a:extLst>
          </p:cNvPr>
          <p:cNvPicPr>
            <a:picLocks noChangeAspect="1"/>
          </p:cNvPicPr>
          <p:nvPr/>
        </p:nvPicPr>
        <p:blipFill>
          <a:blip r:embed="rId4"/>
          <a:stretch>
            <a:fillRect/>
          </a:stretch>
        </p:blipFill>
        <p:spPr>
          <a:xfrm>
            <a:off x="8136897" y="-66113"/>
            <a:ext cx="891963" cy="8919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grpSp>
        <p:nvGrpSpPr>
          <p:cNvPr id="1129" name="Google Shape;1129;p44"/>
          <p:cNvGrpSpPr/>
          <p:nvPr/>
        </p:nvGrpSpPr>
        <p:grpSpPr>
          <a:xfrm>
            <a:off x="5309025" y="1748650"/>
            <a:ext cx="3834975" cy="3394725"/>
            <a:chOff x="5309025" y="1748650"/>
            <a:chExt cx="3834975" cy="3394725"/>
          </a:xfrm>
        </p:grpSpPr>
        <p:sp>
          <p:nvSpPr>
            <p:cNvPr id="1130" name="Google Shape;1130;p44"/>
            <p:cNvSpPr/>
            <p:nvPr/>
          </p:nvSpPr>
          <p:spPr>
            <a:xfrm flipH="1">
              <a:off x="6093300" y="2443375"/>
              <a:ext cx="3050700" cy="2700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31" name="Google Shape;1131;p44"/>
            <p:cNvSpPr/>
            <p:nvPr/>
          </p:nvSpPr>
          <p:spPr>
            <a:xfrm>
              <a:off x="5309025" y="4755450"/>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32" name="Google Shape;1132;p44"/>
            <p:cNvGrpSpPr/>
            <p:nvPr/>
          </p:nvGrpSpPr>
          <p:grpSpPr>
            <a:xfrm>
              <a:off x="7041175" y="1748650"/>
              <a:ext cx="986125" cy="2095500"/>
              <a:chOff x="7631225" y="2241175"/>
              <a:chExt cx="986125" cy="2095500"/>
            </a:xfrm>
          </p:grpSpPr>
          <p:cxnSp>
            <p:nvCxnSpPr>
              <p:cNvPr id="1133" name="Google Shape;1133;p4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4" name="Google Shape;1134;p4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5" name="Google Shape;1135;p4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6" name="Google Shape;1136;p4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7" name="Google Shape;1137;p4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8" name="Google Shape;1138;p4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9" name="Google Shape;1139;p4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0" name="Google Shape;1140;p4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1" name="Google Shape;1141;p4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2" name="Google Shape;1142;p4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3" name="Google Shape;1143;p4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4" name="Google Shape;1144;p4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5" name="Google Shape;1145;p4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6" name="Google Shape;1146;p4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26" name="Google Shape;1120;p43">
            <a:extLst>
              <a:ext uri="{FF2B5EF4-FFF2-40B4-BE49-F238E27FC236}">
                <a16:creationId xmlns:a16="http://schemas.microsoft.com/office/drawing/2014/main" id="{75D0A049-C18B-42ED-9F00-276FD7F8DBFE}"/>
              </a:ext>
            </a:extLst>
          </p:cNvPr>
          <p:cNvSpPr txBox="1">
            <a:spLocks noGrp="1"/>
          </p:cNvSpPr>
          <p:nvPr>
            <p:ph type="title"/>
          </p:nvPr>
        </p:nvSpPr>
        <p:spPr>
          <a:xfrm>
            <a:off x="722375" y="539500"/>
            <a:ext cx="722906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kPIs DEFINIDOS</a:t>
            </a:r>
            <a:endParaRPr dirty="0"/>
          </a:p>
        </p:txBody>
      </p:sp>
      <p:pic>
        <p:nvPicPr>
          <p:cNvPr id="3" name="Imagen 2">
            <a:extLst>
              <a:ext uri="{FF2B5EF4-FFF2-40B4-BE49-F238E27FC236}">
                <a16:creationId xmlns:a16="http://schemas.microsoft.com/office/drawing/2014/main" id="{29443D9F-BD07-40CB-BE06-F3D1E53BECEC}"/>
              </a:ext>
            </a:extLst>
          </p:cNvPr>
          <p:cNvPicPr>
            <a:picLocks noChangeAspect="1"/>
          </p:cNvPicPr>
          <p:nvPr/>
        </p:nvPicPr>
        <p:blipFill>
          <a:blip r:embed="rId3"/>
          <a:stretch>
            <a:fillRect/>
          </a:stretch>
        </p:blipFill>
        <p:spPr>
          <a:xfrm>
            <a:off x="1354686" y="1389959"/>
            <a:ext cx="5964446" cy="2548057"/>
          </a:xfrm>
          <a:prstGeom prst="rect">
            <a:avLst/>
          </a:prstGeom>
        </p:spPr>
      </p:pic>
      <p:pic>
        <p:nvPicPr>
          <p:cNvPr id="22" name="Imagen 21">
            <a:extLst>
              <a:ext uri="{FF2B5EF4-FFF2-40B4-BE49-F238E27FC236}">
                <a16:creationId xmlns:a16="http://schemas.microsoft.com/office/drawing/2014/main" id="{0F419293-5630-4693-B5C1-26FAFF7C3E65}"/>
              </a:ext>
            </a:extLst>
          </p:cNvPr>
          <p:cNvPicPr>
            <a:picLocks noChangeAspect="1"/>
          </p:cNvPicPr>
          <p:nvPr/>
        </p:nvPicPr>
        <p:blipFill>
          <a:blip r:embed="rId4"/>
          <a:stretch>
            <a:fillRect/>
          </a:stretch>
        </p:blipFill>
        <p:spPr>
          <a:xfrm>
            <a:off x="8136897" y="-66113"/>
            <a:ext cx="891963" cy="891963"/>
          </a:xfrm>
          <a:prstGeom prst="rect">
            <a:avLst/>
          </a:prstGeom>
        </p:spPr>
      </p:pic>
    </p:spTree>
    <p:extLst>
      <p:ext uri="{BB962C8B-B14F-4D97-AF65-F5344CB8AC3E}">
        <p14:creationId xmlns:p14="http://schemas.microsoft.com/office/powerpoint/2010/main" val="3334265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dirty="0"/>
              <a:t>Diseño Dimensional</a:t>
            </a:r>
            <a:endParaRPr lang="es-MX" sz="3600" dirty="0"/>
          </a:p>
        </p:txBody>
      </p:sp>
      <p:sp>
        <p:nvSpPr>
          <p:cNvPr id="1057" name="Google Shape;1057;p41"/>
          <p:cNvSpPr txBox="1">
            <a:spLocks noGrp="1"/>
          </p:cNvSpPr>
          <p:nvPr>
            <p:ph type="title" idx="2"/>
          </p:nvPr>
        </p:nvSpPr>
        <p:spPr>
          <a:xfrm>
            <a:off x="4027350" y="1272000"/>
            <a:ext cx="1166442"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Imagen 19">
            <a:extLst>
              <a:ext uri="{FF2B5EF4-FFF2-40B4-BE49-F238E27FC236}">
                <a16:creationId xmlns:a16="http://schemas.microsoft.com/office/drawing/2014/main" id="{1684E75F-6FD8-4F36-8424-1015F583A390}"/>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111952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42"/>
          <p:cNvSpPr txBox="1">
            <a:spLocks noGrp="1"/>
          </p:cNvSpPr>
          <p:nvPr>
            <p:ph type="title"/>
          </p:nvPr>
        </p:nvSpPr>
        <p:spPr>
          <a:xfrm>
            <a:off x="2559575" y="601638"/>
            <a:ext cx="4482600" cy="73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Descripción</a:t>
            </a:r>
            <a:endParaRPr dirty="0"/>
          </a:p>
        </p:txBody>
      </p:sp>
      <p:grpSp>
        <p:nvGrpSpPr>
          <p:cNvPr id="1080" name="Google Shape;1080;p42"/>
          <p:cNvGrpSpPr/>
          <p:nvPr/>
        </p:nvGrpSpPr>
        <p:grpSpPr>
          <a:xfrm>
            <a:off x="917550" y="2904450"/>
            <a:ext cx="986125" cy="2095500"/>
            <a:chOff x="7631225" y="2241175"/>
            <a:chExt cx="986125" cy="2095500"/>
          </a:xfrm>
        </p:grpSpPr>
        <p:cxnSp>
          <p:nvCxnSpPr>
            <p:cNvPr id="1081" name="Google Shape;1081;p42"/>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2" name="Google Shape;1082;p42"/>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3" name="Google Shape;1083;p42"/>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4" name="Google Shape;1084;p42"/>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5" name="Google Shape;1085;p42"/>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6" name="Google Shape;1086;p42"/>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7" name="Google Shape;1087;p42"/>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8" name="Google Shape;1088;p42"/>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9" name="Google Shape;1089;p42"/>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0" name="Google Shape;1090;p42"/>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1" name="Google Shape;1091;p42"/>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2" name="Google Shape;1092;p42"/>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3" name="Google Shape;1093;p42"/>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4" name="Google Shape;1094;p42"/>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9" name="Google Shape;1079;p42"/>
          <p:cNvSpPr txBox="1">
            <a:spLocks noGrp="1"/>
          </p:cNvSpPr>
          <p:nvPr>
            <p:ph type="subTitle" idx="1"/>
          </p:nvPr>
        </p:nvSpPr>
        <p:spPr>
          <a:xfrm>
            <a:off x="232928" y="1351926"/>
            <a:ext cx="8107680" cy="1552524"/>
          </a:xfrm>
          <a:prstGeom prst="rect">
            <a:avLst/>
          </a:prstGeom>
        </p:spPr>
        <p:txBody>
          <a:bodyPr spcFirstLastPara="1" wrap="square" lIns="91425" tIns="91425" rIns="91425" bIns="91425" anchor="t" anchorCtr="0">
            <a:noAutofit/>
          </a:bodyPr>
          <a:lstStyle/>
          <a:p>
            <a:r>
              <a:rPr lang="es-PE" sz="1800" dirty="0">
                <a:effectLst/>
                <a:latin typeface="Calibri" panose="020F0502020204030204" pitchFamily="34" charset="0"/>
                <a:ea typeface="Times New Roman" panose="02020603050405020304" pitchFamily="18" charset="0"/>
              </a:rPr>
              <a:t>Para el desarrollo del proyecto se implementó un modelo dimensional tipo Esquema Estrella (Star Schema), debido a que este modelo facilita el análisis de la información y optimiza el rendimiento de las consultas analíticas en herramientas de Inteligencia de Negocios como Power BI. El modelo está conformado por una tabla de hechos (FactVentas), donde se registran las transacciones de ventas, y seis tablas de dimensiones que describen el contexto de cada operación: cliente, producto, tienda, tiempo, vendedor y método de pago. La estructura permite analizar las ventas desde diferentes perspectivas, facilitando la generación de indicadores y dashboards para apoyar la toma de decisiones.</a:t>
            </a:r>
            <a:endParaRPr lang="es-PE" sz="1800" dirty="0">
              <a:effectLst/>
              <a:latin typeface="Times New Roman" panose="02020603050405020304" pitchFamily="18" charset="0"/>
              <a:ea typeface="Times New Roman" panose="02020603050405020304" pitchFamily="18" charset="0"/>
            </a:endParaRPr>
          </a:p>
        </p:txBody>
      </p:sp>
      <p:grpSp>
        <p:nvGrpSpPr>
          <p:cNvPr id="1095" name="Google Shape;1095;p42"/>
          <p:cNvGrpSpPr/>
          <p:nvPr/>
        </p:nvGrpSpPr>
        <p:grpSpPr>
          <a:xfrm>
            <a:off x="2035713" y="-744737"/>
            <a:ext cx="1885275" cy="1884250"/>
            <a:chOff x="2609275" y="3149350"/>
            <a:chExt cx="1885275" cy="1884250"/>
          </a:xfrm>
        </p:grpSpPr>
        <p:sp>
          <p:nvSpPr>
            <p:cNvPr id="1096" name="Google Shape;1096;p4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42"/>
          <p:cNvSpPr/>
          <p:nvPr/>
        </p:nvSpPr>
        <p:spPr>
          <a:xfrm rot="10800000">
            <a:off x="5857425"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pic>
        <p:nvPicPr>
          <p:cNvPr id="40" name="Imagen 39">
            <a:extLst>
              <a:ext uri="{FF2B5EF4-FFF2-40B4-BE49-F238E27FC236}">
                <a16:creationId xmlns:a16="http://schemas.microsoft.com/office/drawing/2014/main" id="{0056DCA3-3B5E-49E3-A1E5-0212DFAEF51C}"/>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241778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375218" y="771148"/>
            <a:ext cx="3847701"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TABLA DE HECHOS</a:t>
            </a:r>
            <a:endParaRPr dirty="0"/>
          </a:p>
        </p:txBody>
      </p:sp>
      <p:pic>
        <p:nvPicPr>
          <p:cNvPr id="3" name="Imagen 2">
            <a:extLst>
              <a:ext uri="{FF2B5EF4-FFF2-40B4-BE49-F238E27FC236}">
                <a16:creationId xmlns:a16="http://schemas.microsoft.com/office/drawing/2014/main" id="{2ED14C05-4D5E-447E-86A5-5824F1588B23}"/>
              </a:ext>
            </a:extLst>
          </p:cNvPr>
          <p:cNvPicPr>
            <a:picLocks noChangeAspect="1"/>
          </p:cNvPicPr>
          <p:nvPr/>
        </p:nvPicPr>
        <p:blipFill>
          <a:blip r:embed="rId3"/>
          <a:stretch>
            <a:fillRect/>
          </a:stretch>
        </p:blipFill>
        <p:spPr>
          <a:xfrm>
            <a:off x="375219" y="1572027"/>
            <a:ext cx="3847701" cy="2622022"/>
          </a:xfrm>
          <a:prstGeom prst="rect">
            <a:avLst/>
          </a:prstGeom>
        </p:spPr>
      </p:pic>
      <p:sp>
        <p:nvSpPr>
          <p:cNvPr id="6" name="Google Shape;1120;p43">
            <a:extLst>
              <a:ext uri="{FF2B5EF4-FFF2-40B4-BE49-F238E27FC236}">
                <a16:creationId xmlns:a16="http://schemas.microsoft.com/office/drawing/2014/main" id="{424C5F6A-684E-47DC-9CAB-986048E14114}"/>
              </a:ext>
            </a:extLst>
          </p:cNvPr>
          <p:cNvSpPr txBox="1">
            <a:spLocks/>
          </p:cNvSpPr>
          <p:nvPr/>
        </p:nvSpPr>
        <p:spPr>
          <a:xfrm>
            <a:off x="4718304" y="484798"/>
            <a:ext cx="384770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pPr algn="ctr"/>
            <a:r>
              <a:rPr lang="es-PE" dirty="0"/>
              <a:t>TABLA DE DIMENSIONES</a:t>
            </a:r>
          </a:p>
        </p:txBody>
      </p:sp>
      <p:pic>
        <p:nvPicPr>
          <p:cNvPr id="9" name="Imagen 8">
            <a:extLst>
              <a:ext uri="{FF2B5EF4-FFF2-40B4-BE49-F238E27FC236}">
                <a16:creationId xmlns:a16="http://schemas.microsoft.com/office/drawing/2014/main" id="{161094C6-B716-430F-97C1-36A9B9439463}"/>
              </a:ext>
            </a:extLst>
          </p:cNvPr>
          <p:cNvPicPr>
            <a:picLocks noChangeAspect="1"/>
          </p:cNvPicPr>
          <p:nvPr/>
        </p:nvPicPr>
        <p:blipFill>
          <a:blip r:embed="rId4"/>
          <a:stretch>
            <a:fillRect/>
          </a:stretch>
        </p:blipFill>
        <p:spPr>
          <a:xfrm>
            <a:off x="4921082" y="1572027"/>
            <a:ext cx="3467014" cy="3093644"/>
          </a:xfrm>
          <a:prstGeom prst="rect">
            <a:avLst/>
          </a:prstGeom>
        </p:spPr>
      </p:pic>
      <p:pic>
        <p:nvPicPr>
          <p:cNvPr id="7" name="Imagen 6">
            <a:extLst>
              <a:ext uri="{FF2B5EF4-FFF2-40B4-BE49-F238E27FC236}">
                <a16:creationId xmlns:a16="http://schemas.microsoft.com/office/drawing/2014/main" id="{606399F8-3D5B-4B85-81E7-1D77B951FC43}"/>
              </a:ext>
            </a:extLst>
          </p:cNvPr>
          <p:cNvPicPr>
            <a:picLocks noChangeAspect="1"/>
          </p:cNvPicPr>
          <p:nvPr/>
        </p:nvPicPr>
        <p:blipFill>
          <a:blip r:embed="rId5"/>
          <a:stretch>
            <a:fillRect/>
          </a:stretch>
        </p:blipFill>
        <p:spPr>
          <a:xfrm>
            <a:off x="8136897" y="-66113"/>
            <a:ext cx="891963" cy="891963"/>
          </a:xfrm>
          <a:prstGeom prst="rect">
            <a:avLst/>
          </a:prstGeom>
        </p:spPr>
      </p:pic>
    </p:spTree>
    <p:extLst>
      <p:ext uri="{BB962C8B-B14F-4D97-AF65-F5344CB8AC3E}">
        <p14:creationId xmlns:p14="http://schemas.microsoft.com/office/powerpoint/2010/main" val="3168594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26" name="Google Shape;1120;p43">
            <a:extLst>
              <a:ext uri="{FF2B5EF4-FFF2-40B4-BE49-F238E27FC236}">
                <a16:creationId xmlns:a16="http://schemas.microsoft.com/office/drawing/2014/main" id="{75D0A049-C18B-42ED-9F00-276FD7F8DBFE}"/>
              </a:ext>
            </a:extLst>
          </p:cNvPr>
          <p:cNvSpPr txBox="1">
            <a:spLocks noGrp="1"/>
          </p:cNvSpPr>
          <p:nvPr>
            <p:ph type="title"/>
          </p:nvPr>
        </p:nvSpPr>
        <p:spPr>
          <a:xfrm>
            <a:off x="518160" y="295660"/>
            <a:ext cx="722906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MEDIDAS IMPLEMENTADAS EN POWER BI</a:t>
            </a:r>
            <a:endParaRPr sz="2000" dirty="0"/>
          </a:p>
        </p:txBody>
      </p:sp>
      <p:sp>
        <p:nvSpPr>
          <p:cNvPr id="22" name="Google Shape;1079;p42">
            <a:extLst>
              <a:ext uri="{FF2B5EF4-FFF2-40B4-BE49-F238E27FC236}">
                <a16:creationId xmlns:a16="http://schemas.microsoft.com/office/drawing/2014/main" id="{BE2CCDAC-A987-40EC-A78D-FE3FCBB4AD8E}"/>
              </a:ext>
            </a:extLst>
          </p:cNvPr>
          <p:cNvSpPr txBox="1">
            <a:spLocks/>
          </p:cNvSpPr>
          <p:nvPr/>
        </p:nvSpPr>
        <p:spPr>
          <a:xfrm>
            <a:off x="518160" y="770824"/>
            <a:ext cx="8107680" cy="108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1pPr>
            <a:lvl2pPr marL="914400" marR="0" lvl="1"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2pPr>
            <a:lvl3pPr marL="1371600" marR="0" lvl="2"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3pPr>
            <a:lvl4pPr marL="1828800" marR="0" lvl="3"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4pPr>
            <a:lvl5pPr marL="2286000" marR="0" lvl="4"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5pPr>
            <a:lvl6pPr marL="2743200" marR="0" lvl="5"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6pPr>
            <a:lvl7pPr marL="3200400" marR="0" lvl="6"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7pPr>
            <a:lvl8pPr marL="3657600" marR="0" lvl="7"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8pPr>
            <a:lvl9pPr marL="4114800" marR="0" lvl="8"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9pPr>
          </a:lstStyle>
          <a:p>
            <a:pPr marL="342900" lvl="0" indent="-342900" algn="just">
              <a:spcAft>
                <a:spcPts val="800"/>
              </a:spcAft>
              <a:buSzPts val="1000"/>
              <a:buFont typeface="Symbol" panose="05050102010706020507" pitchFamily="18" charset="2"/>
              <a:buChar char=""/>
              <a:tabLst>
                <a:tab pos="457200" algn="l"/>
              </a:tabLst>
            </a:pPr>
            <a:r>
              <a:rPr lang="es-PE" sz="1400" dirty="0">
                <a:effectLst/>
                <a:latin typeface="Calibri" panose="020F0502020204030204" pitchFamily="34" charset="0"/>
                <a:ea typeface="Times New Roman" panose="02020603050405020304" pitchFamily="18" charset="0"/>
                <a:cs typeface="Calibri" panose="020F0502020204030204" pitchFamily="34" charset="0"/>
              </a:rPr>
              <a:t>Ventas Totales:  Ventas Totales = SUM(FactVentas[Total])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es-PE" sz="1400" dirty="0">
                <a:effectLst/>
                <a:latin typeface="Calibri" panose="020F0502020204030204" pitchFamily="34" charset="0"/>
                <a:ea typeface="Times New Roman" panose="02020603050405020304" pitchFamily="18" charset="0"/>
                <a:cs typeface="Calibri" panose="020F0502020204030204" pitchFamily="34" charset="0"/>
              </a:rPr>
              <a:t>Cantidad Vendida: Cantidad Vendida = SUM(FactVentas[Cantidad])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es-PE" sz="1400" dirty="0">
                <a:effectLst/>
                <a:latin typeface="Calibri" panose="020F0502020204030204" pitchFamily="34" charset="0"/>
                <a:ea typeface="Times New Roman" panose="02020603050405020304" pitchFamily="18" charset="0"/>
                <a:cs typeface="Calibri" panose="020F0502020204030204" pitchFamily="34" charset="0"/>
              </a:rPr>
              <a:t>Ticket Promedio: Ticket Promedio = AVERAGE(FactVentas[Total])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es-PE" sz="1400" dirty="0" err="1">
                <a:effectLst/>
                <a:latin typeface="Calibri" panose="020F0502020204030204" pitchFamily="34" charset="0"/>
                <a:ea typeface="Times New Roman" panose="02020603050405020304" pitchFamily="18" charset="0"/>
                <a:cs typeface="Calibri" panose="020F0502020204030204" pitchFamily="34" charset="0"/>
              </a:rPr>
              <a:t>Total_Ventas</a:t>
            </a:r>
            <a:r>
              <a:rPr lang="es-PE" sz="1400" dirty="0">
                <a:effectLst/>
                <a:latin typeface="Calibri" panose="020F0502020204030204" pitchFamily="34" charset="0"/>
                <a:ea typeface="Times New Roman" panose="02020603050405020304" pitchFamily="18" charset="0"/>
                <a:cs typeface="Calibri" panose="020F0502020204030204" pitchFamily="34" charset="0"/>
              </a:rPr>
              <a:t>:  </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Total_Ventas</a:t>
            </a:r>
            <a:r>
              <a:rPr lang="es-PE" sz="1400" dirty="0">
                <a:effectLst/>
                <a:latin typeface="Calibri" panose="020F0502020204030204" pitchFamily="34" charset="0"/>
                <a:ea typeface="Times New Roman" panose="02020603050405020304" pitchFamily="18" charset="0"/>
                <a:cs typeface="Calibri" panose="020F0502020204030204" pitchFamily="34" charset="0"/>
              </a:rPr>
              <a:t> = COUNTROWS(FactVentas)</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es-PE" sz="1400" dirty="0" err="1">
                <a:effectLst/>
                <a:latin typeface="Calibri" panose="020F0502020204030204" pitchFamily="34" charset="0"/>
                <a:ea typeface="Times New Roman" panose="02020603050405020304" pitchFamily="18" charset="0"/>
                <a:cs typeface="Calibri" panose="020F0502020204030204" pitchFamily="34" charset="0"/>
              </a:rPr>
              <a:t>Total_Clientes</a:t>
            </a:r>
            <a:r>
              <a:rPr lang="es-PE" sz="1400" dirty="0">
                <a:effectLst/>
                <a:latin typeface="Calibri" panose="020F0502020204030204" pitchFamily="34" charset="0"/>
                <a:ea typeface="Times New Roman" panose="02020603050405020304" pitchFamily="18" charset="0"/>
                <a:cs typeface="Calibri" panose="020F0502020204030204" pitchFamily="34" charset="0"/>
              </a:rPr>
              <a:t>: </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Total_Clientes</a:t>
            </a:r>
            <a:r>
              <a:rPr lang="es-PE" sz="1400" dirty="0">
                <a:effectLst/>
                <a:latin typeface="Calibri" panose="020F0502020204030204" pitchFamily="34" charset="0"/>
                <a:ea typeface="Times New Roman" panose="02020603050405020304" pitchFamily="18" charset="0"/>
                <a:cs typeface="Calibri" panose="020F0502020204030204" pitchFamily="34" charset="0"/>
              </a:rPr>
              <a:t> = DISTINCTCOUNT(</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DimCliente</a:t>
            </a:r>
            <a:r>
              <a:rPr lang="es-PE" sz="1400" dirty="0">
                <a:effectLst/>
                <a:latin typeface="Calibri" panose="020F0502020204030204" pitchFamily="34" charset="0"/>
                <a:ea typeface="Times New Roman" panose="02020603050405020304" pitchFamily="18" charset="0"/>
                <a:cs typeface="Calibri" panose="020F0502020204030204" pitchFamily="34" charset="0"/>
              </a:rPr>
              <a:t>[</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IdCliente</a:t>
            </a:r>
            <a:r>
              <a:rPr lang="es-PE" sz="1400" dirty="0">
                <a:effectLst/>
                <a:latin typeface="Calibri" panose="020F0502020204030204" pitchFamily="34" charset="0"/>
                <a:ea typeface="Times New Roman" panose="02020603050405020304" pitchFamily="18" charset="0"/>
                <a:cs typeface="Calibri" panose="020F0502020204030204" pitchFamily="34" charset="0"/>
              </a:rPr>
              <a:t>])</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es-PE" sz="1400" dirty="0" err="1">
                <a:effectLst/>
                <a:latin typeface="Calibri" panose="020F0502020204030204" pitchFamily="34" charset="0"/>
                <a:ea typeface="Times New Roman" panose="02020603050405020304" pitchFamily="18" charset="0"/>
                <a:cs typeface="Calibri" panose="020F0502020204030204" pitchFamily="34" charset="0"/>
              </a:rPr>
              <a:t>Total_Productos</a:t>
            </a:r>
            <a:r>
              <a:rPr lang="es-PE" sz="1400" dirty="0">
                <a:effectLst/>
                <a:latin typeface="Calibri" panose="020F0502020204030204" pitchFamily="34" charset="0"/>
                <a:ea typeface="Times New Roman" panose="02020603050405020304" pitchFamily="18" charset="0"/>
                <a:cs typeface="Calibri" panose="020F0502020204030204" pitchFamily="34" charset="0"/>
              </a:rPr>
              <a:t>: </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Total_Productos</a:t>
            </a:r>
            <a:r>
              <a:rPr lang="es-PE" sz="1400" dirty="0">
                <a:effectLst/>
                <a:latin typeface="Calibri" panose="020F0502020204030204" pitchFamily="34" charset="0"/>
                <a:ea typeface="Times New Roman" panose="02020603050405020304" pitchFamily="18" charset="0"/>
                <a:cs typeface="Calibri" panose="020F0502020204030204" pitchFamily="34" charset="0"/>
              </a:rPr>
              <a:t> = DISTINCTCOUNT(</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DimProducto</a:t>
            </a:r>
            <a:r>
              <a:rPr lang="es-PE" sz="1400" dirty="0">
                <a:effectLst/>
                <a:latin typeface="Calibri" panose="020F0502020204030204" pitchFamily="34" charset="0"/>
                <a:ea typeface="Times New Roman" panose="02020603050405020304" pitchFamily="18" charset="0"/>
                <a:cs typeface="Calibri" panose="020F0502020204030204" pitchFamily="34" charset="0"/>
              </a:rPr>
              <a:t>[</a:t>
            </a:r>
            <a:r>
              <a:rPr lang="es-PE" sz="1400" dirty="0" err="1">
                <a:effectLst/>
                <a:latin typeface="Calibri" panose="020F0502020204030204" pitchFamily="34" charset="0"/>
                <a:ea typeface="Times New Roman" panose="02020603050405020304" pitchFamily="18" charset="0"/>
                <a:cs typeface="Calibri" panose="020F0502020204030204" pitchFamily="34" charset="0"/>
              </a:rPr>
              <a:t>IdProducto</a:t>
            </a:r>
            <a:r>
              <a:rPr lang="es-PE" sz="1400" dirty="0">
                <a:effectLst/>
                <a:latin typeface="Calibri" panose="020F0502020204030204" pitchFamily="34" charset="0"/>
                <a:ea typeface="Times New Roman" panose="02020603050405020304" pitchFamily="18" charset="0"/>
                <a:cs typeface="Calibri" panose="020F0502020204030204" pitchFamily="34" charset="0"/>
              </a:rPr>
              <a:t>])</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Google Shape;1120;p43">
            <a:extLst>
              <a:ext uri="{FF2B5EF4-FFF2-40B4-BE49-F238E27FC236}">
                <a16:creationId xmlns:a16="http://schemas.microsoft.com/office/drawing/2014/main" id="{067430E6-3511-4E96-838E-11A3A4370B8B}"/>
              </a:ext>
            </a:extLst>
          </p:cNvPr>
          <p:cNvSpPr txBox="1">
            <a:spLocks/>
          </p:cNvSpPr>
          <p:nvPr/>
        </p:nvSpPr>
        <p:spPr>
          <a:xfrm>
            <a:off x="518160" y="2801116"/>
            <a:ext cx="263956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r>
              <a:rPr lang="es-MX" sz="2000" dirty="0"/>
              <a:t>GRANURALIDAD</a:t>
            </a:r>
          </a:p>
        </p:txBody>
      </p:sp>
      <p:sp>
        <p:nvSpPr>
          <p:cNvPr id="24" name="Google Shape;1079;p42">
            <a:extLst>
              <a:ext uri="{FF2B5EF4-FFF2-40B4-BE49-F238E27FC236}">
                <a16:creationId xmlns:a16="http://schemas.microsoft.com/office/drawing/2014/main" id="{18550A4F-68A8-4546-8663-EBDEC805A127}"/>
              </a:ext>
            </a:extLst>
          </p:cNvPr>
          <p:cNvSpPr txBox="1">
            <a:spLocks/>
          </p:cNvSpPr>
          <p:nvPr/>
        </p:nvSpPr>
        <p:spPr>
          <a:xfrm>
            <a:off x="341376" y="3226708"/>
            <a:ext cx="8107680" cy="108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1pPr>
            <a:lvl2pPr marL="914400" marR="0" lvl="1"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2pPr>
            <a:lvl3pPr marL="1371600" marR="0" lvl="2"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3pPr>
            <a:lvl4pPr marL="1828800" marR="0" lvl="3"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4pPr>
            <a:lvl5pPr marL="2286000" marR="0" lvl="4"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5pPr>
            <a:lvl6pPr marL="2743200" marR="0" lvl="5"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6pPr>
            <a:lvl7pPr marL="3200400" marR="0" lvl="6"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7pPr>
            <a:lvl8pPr marL="3657600" marR="0" lvl="7"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8pPr>
            <a:lvl9pPr marL="4114800" marR="0" lvl="8" indent="-304800" algn="l" rtl="0">
              <a:lnSpc>
                <a:spcPct val="100000"/>
              </a:lnSpc>
              <a:spcBef>
                <a:spcPts val="0"/>
              </a:spcBef>
              <a:spcAft>
                <a:spcPts val="0"/>
              </a:spcAft>
              <a:buClr>
                <a:schemeClr val="dk1"/>
              </a:buClr>
              <a:buSzPts val="1200"/>
              <a:buFont typeface="Maven Pro"/>
              <a:buChar char="■"/>
              <a:defRPr sz="1200" b="0" i="0" u="none" strike="noStrike" cap="none">
                <a:solidFill>
                  <a:schemeClr val="dk1"/>
                </a:solidFill>
                <a:latin typeface="Maven Pro"/>
                <a:ea typeface="Maven Pro"/>
                <a:cs typeface="Maven Pro"/>
                <a:sym typeface="Maven Pro"/>
              </a:defRPr>
            </a:lvl9pPr>
          </a:lstStyle>
          <a:p>
            <a:pPr algn="just">
              <a:lnSpc>
                <a:spcPct val="107000"/>
              </a:lnSpc>
              <a:spcAft>
                <a:spcPts val="800"/>
              </a:spcAft>
            </a:pPr>
            <a:r>
              <a:rPr lang="es-PE" sz="1400" dirty="0">
                <a:effectLst/>
                <a:latin typeface="Calibri" panose="020F0502020204030204" pitchFamily="34" charset="0"/>
                <a:ea typeface="Times New Roman" panose="02020603050405020304" pitchFamily="18" charset="0"/>
                <a:cs typeface="Calibri" panose="020F0502020204030204" pitchFamily="34" charset="0"/>
              </a:rPr>
              <a:t>La granularidad definida para la tabla FactVentas corresponde a una venta individual. Cada registro representa una transacción específica realizada por un cliente para un producto determinado, en una fecha específica, en una tienda, atendida por un vendedor y utilizando un método de pago. Esta granularidad permite analizar la información con el máximo nivel de detalle y posteriormente realizar agrupaciones por tiempo, producto, cliente, región o método de pago.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5EBE0C87-F756-4626-9A07-5D31C22982D8}"/>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2329401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375218" y="376751"/>
            <a:ext cx="3847701"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CLAVES Y RELACIONES</a:t>
            </a:r>
            <a:endParaRPr dirty="0"/>
          </a:p>
        </p:txBody>
      </p:sp>
      <p:sp>
        <p:nvSpPr>
          <p:cNvPr id="6" name="Google Shape;1120;p43">
            <a:extLst>
              <a:ext uri="{FF2B5EF4-FFF2-40B4-BE49-F238E27FC236}">
                <a16:creationId xmlns:a16="http://schemas.microsoft.com/office/drawing/2014/main" id="{424C5F6A-684E-47DC-9CAB-986048E14114}"/>
              </a:ext>
            </a:extLst>
          </p:cNvPr>
          <p:cNvSpPr txBox="1">
            <a:spLocks/>
          </p:cNvSpPr>
          <p:nvPr/>
        </p:nvSpPr>
        <p:spPr>
          <a:xfrm>
            <a:off x="4718304" y="484798"/>
            <a:ext cx="384770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pPr algn="ctr"/>
            <a:r>
              <a:rPr lang="es-PE" dirty="0"/>
              <a:t>JERARQUÍAS</a:t>
            </a:r>
          </a:p>
        </p:txBody>
      </p:sp>
      <p:pic>
        <p:nvPicPr>
          <p:cNvPr id="4" name="Imagen 3">
            <a:extLst>
              <a:ext uri="{FF2B5EF4-FFF2-40B4-BE49-F238E27FC236}">
                <a16:creationId xmlns:a16="http://schemas.microsoft.com/office/drawing/2014/main" id="{21514C92-649D-4926-9D62-E8F7522FD599}"/>
              </a:ext>
            </a:extLst>
          </p:cNvPr>
          <p:cNvPicPr>
            <a:picLocks noChangeAspect="1"/>
          </p:cNvPicPr>
          <p:nvPr/>
        </p:nvPicPr>
        <p:blipFill>
          <a:blip r:embed="rId3"/>
          <a:stretch>
            <a:fillRect/>
          </a:stretch>
        </p:blipFill>
        <p:spPr>
          <a:xfrm>
            <a:off x="656980" y="1572027"/>
            <a:ext cx="3368091" cy="2451333"/>
          </a:xfrm>
          <a:prstGeom prst="rect">
            <a:avLst/>
          </a:prstGeom>
        </p:spPr>
      </p:pic>
      <p:pic>
        <p:nvPicPr>
          <p:cNvPr id="7" name="Imagen 6">
            <a:extLst>
              <a:ext uri="{FF2B5EF4-FFF2-40B4-BE49-F238E27FC236}">
                <a16:creationId xmlns:a16="http://schemas.microsoft.com/office/drawing/2014/main" id="{EACA1A34-D9F5-484D-A5D0-EF5FAB368C94}"/>
              </a:ext>
            </a:extLst>
          </p:cNvPr>
          <p:cNvPicPr>
            <a:picLocks noChangeAspect="1"/>
          </p:cNvPicPr>
          <p:nvPr/>
        </p:nvPicPr>
        <p:blipFill>
          <a:blip r:embed="rId4"/>
          <a:stretch>
            <a:fillRect/>
          </a:stretch>
        </p:blipFill>
        <p:spPr>
          <a:xfrm>
            <a:off x="4358317" y="1682174"/>
            <a:ext cx="4598877" cy="2121730"/>
          </a:xfrm>
          <a:prstGeom prst="rect">
            <a:avLst/>
          </a:prstGeom>
        </p:spPr>
      </p:pic>
      <p:pic>
        <p:nvPicPr>
          <p:cNvPr id="8" name="Imagen 7">
            <a:extLst>
              <a:ext uri="{FF2B5EF4-FFF2-40B4-BE49-F238E27FC236}">
                <a16:creationId xmlns:a16="http://schemas.microsoft.com/office/drawing/2014/main" id="{4B13AB1D-14C3-45B5-A3FE-45A65EC3F334}"/>
              </a:ext>
            </a:extLst>
          </p:cNvPr>
          <p:cNvPicPr>
            <a:picLocks noChangeAspect="1"/>
          </p:cNvPicPr>
          <p:nvPr/>
        </p:nvPicPr>
        <p:blipFill>
          <a:blip r:embed="rId5"/>
          <a:stretch>
            <a:fillRect/>
          </a:stretch>
        </p:blipFill>
        <p:spPr>
          <a:xfrm>
            <a:off x="8136897" y="-66113"/>
            <a:ext cx="891963" cy="891963"/>
          </a:xfrm>
          <a:prstGeom prst="rect">
            <a:avLst/>
          </a:prstGeom>
        </p:spPr>
      </p:pic>
    </p:spTree>
    <p:extLst>
      <p:ext uri="{BB962C8B-B14F-4D97-AF65-F5344CB8AC3E}">
        <p14:creationId xmlns:p14="http://schemas.microsoft.com/office/powerpoint/2010/main" val="4186696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42"/>
          <p:cNvSpPr txBox="1">
            <a:spLocks noGrp="1"/>
          </p:cNvSpPr>
          <p:nvPr>
            <p:ph type="title"/>
          </p:nvPr>
        </p:nvSpPr>
        <p:spPr>
          <a:xfrm>
            <a:off x="1600252" y="1087946"/>
            <a:ext cx="5593635" cy="73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t>JUSTIFICACIÓN MODELO ESTRELLA</a:t>
            </a:r>
            <a:endParaRPr sz="3600" dirty="0"/>
          </a:p>
        </p:txBody>
      </p:sp>
      <p:grpSp>
        <p:nvGrpSpPr>
          <p:cNvPr id="1080" name="Google Shape;1080;p42"/>
          <p:cNvGrpSpPr/>
          <p:nvPr/>
        </p:nvGrpSpPr>
        <p:grpSpPr>
          <a:xfrm>
            <a:off x="917550" y="2904450"/>
            <a:ext cx="986125" cy="2095500"/>
            <a:chOff x="7631225" y="2241175"/>
            <a:chExt cx="986125" cy="2095500"/>
          </a:xfrm>
        </p:grpSpPr>
        <p:cxnSp>
          <p:nvCxnSpPr>
            <p:cNvPr id="1081" name="Google Shape;1081;p42"/>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2" name="Google Shape;1082;p42"/>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3" name="Google Shape;1083;p42"/>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4" name="Google Shape;1084;p42"/>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5" name="Google Shape;1085;p42"/>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6" name="Google Shape;1086;p42"/>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7" name="Google Shape;1087;p42"/>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8" name="Google Shape;1088;p42"/>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9" name="Google Shape;1089;p42"/>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0" name="Google Shape;1090;p42"/>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1" name="Google Shape;1091;p42"/>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2" name="Google Shape;1092;p42"/>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3" name="Google Shape;1093;p42"/>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4" name="Google Shape;1094;p42"/>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9" name="Google Shape;1079;p42"/>
          <p:cNvSpPr txBox="1">
            <a:spLocks noGrp="1"/>
          </p:cNvSpPr>
          <p:nvPr>
            <p:ph type="subTitle" idx="1"/>
          </p:nvPr>
        </p:nvSpPr>
        <p:spPr>
          <a:xfrm>
            <a:off x="293888" y="1780397"/>
            <a:ext cx="7780850" cy="1552524"/>
          </a:xfrm>
          <a:prstGeom prst="rect">
            <a:avLst/>
          </a:prstGeom>
        </p:spPr>
        <p:txBody>
          <a:bodyPr spcFirstLastPara="1" wrap="square" lIns="91425" tIns="91425" rIns="91425" bIns="91425" anchor="t" anchorCtr="0">
            <a:noAutofit/>
          </a:bodyPr>
          <a:lstStyle/>
          <a:p>
            <a:pPr>
              <a:lnSpc>
                <a:spcPct val="107000"/>
              </a:lnSpc>
              <a:spcAft>
                <a:spcPts val="800"/>
              </a:spcAft>
            </a:pPr>
            <a:r>
              <a:rPr lang="es-PE" sz="1800" dirty="0">
                <a:effectLst/>
                <a:latin typeface="Calibri" panose="020F0502020204030204" pitchFamily="34" charset="0"/>
                <a:ea typeface="Times New Roman" panose="02020603050405020304" pitchFamily="18" charset="0"/>
                <a:cs typeface="Calibri" panose="020F0502020204030204" pitchFamily="34" charset="0"/>
              </a:rPr>
              <a:t>Se seleccionó el modelo dimensional tipo Esquema Estrella debido a que facilita el análisis multidimensional de la información y simplifica la construcción de indicadores en Power BI.</a:t>
            </a:r>
            <a:r>
              <a:rPr lang="es-PE" sz="1800" dirty="0">
                <a:latin typeface="Calibri" panose="020F0502020204030204" pitchFamily="34" charset="0"/>
                <a:ea typeface="Calibri" panose="020F0502020204030204" pitchFamily="34" charset="0"/>
                <a:cs typeface="Times New Roman" panose="02020603050405020304" pitchFamily="18" charset="0"/>
              </a:rPr>
              <a:t> </a:t>
            </a:r>
            <a:r>
              <a:rPr lang="es-PE" sz="1800" dirty="0">
                <a:effectLst/>
                <a:latin typeface="Calibri" panose="020F0502020204030204" pitchFamily="34" charset="0"/>
                <a:ea typeface="Times New Roman" panose="02020603050405020304" pitchFamily="18" charset="0"/>
                <a:cs typeface="Calibri" panose="020F0502020204030204" pitchFamily="34" charset="0"/>
              </a:rPr>
              <a:t>La estructura implementada permite relacionar una única tabla de hechos (FactVentas) con seis dimensiones (Cliente, Producto, Tienda, Tiempo, Vendedor y Método de Pago), lo que facilita el análisis de las ventas desde diferentes perspectivas, como productos, clientes, regiones, períodos de tiempo y métodos de pago.</a:t>
            </a:r>
            <a:r>
              <a:rPr lang="es-PE" sz="1800" dirty="0">
                <a:latin typeface="Calibri" panose="020F0502020204030204" pitchFamily="34" charset="0"/>
                <a:ea typeface="Calibri" panose="020F0502020204030204" pitchFamily="34" charset="0"/>
                <a:cs typeface="Times New Roman" panose="02020603050405020304" pitchFamily="18" charset="0"/>
              </a:rPr>
              <a:t> </a:t>
            </a:r>
            <a:r>
              <a:rPr lang="es-PE" sz="1800" dirty="0">
                <a:effectLst/>
                <a:latin typeface="Calibri" panose="020F0502020204030204" pitchFamily="34" charset="0"/>
                <a:ea typeface="Times New Roman" panose="02020603050405020304" pitchFamily="18" charset="0"/>
                <a:cs typeface="Calibri" panose="020F0502020204030204" pitchFamily="34" charset="0"/>
              </a:rPr>
              <a:t>Este diseño mejora la organización de los datos, facilita la creación de KPIs y optimiza el rendimiento de las consultas utilizadas en el dashboard.</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095" name="Google Shape;1095;p42"/>
          <p:cNvGrpSpPr/>
          <p:nvPr/>
        </p:nvGrpSpPr>
        <p:grpSpPr>
          <a:xfrm>
            <a:off x="2035713" y="-744737"/>
            <a:ext cx="1885275" cy="1884250"/>
            <a:chOff x="2609275" y="3149350"/>
            <a:chExt cx="1885275" cy="1884250"/>
          </a:xfrm>
        </p:grpSpPr>
        <p:sp>
          <p:nvSpPr>
            <p:cNvPr id="1096" name="Google Shape;1096;p4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42"/>
          <p:cNvSpPr/>
          <p:nvPr/>
        </p:nvSpPr>
        <p:spPr>
          <a:xfrm rot="10800000">
            <a:off x="5857425"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pic>
        <p:nvPicPr>
          <p:cNvPr id="40" name="Imagen 39">
            <a:extLst>
              <a:ext uri="{FF2B5EF4-FFF2-40B4-BE49-F238E27FC236}">
                <a16:creationId xmlns:a16="http://schemas.microsoft.com/office/drawing/2014/main" id="{C930E5E0-13AB-401D-8D53-DD164416B790}"/>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44496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sz="3600" dirty="0"/>
              <a:t>Implementación t</a:t>
            </a:r>
            <a:r>
              <a:rPr lang="es-MX" dirty="0"/>
              <a:t>écnica del data </a:t>
            </a:r>
            <a:r>
              <a:rPr lang="es-MX" dirty="0" err="1"/>
              <a:t>warehouse</a:t>
            </a:r>
            <a:endParaRPr lang="es-MX" sz="3600" dirty="0"/>
          </a:p>
        </p:txBody>
      </p:sp>
      <p:sp>
        <p:nvSpPr>
          <p:cNvPr id="1057" name="Google Shape;1057;p41"/>
          <p:cNvSpPr txBox="1">
            <a:spLocks noGrp="1"/>
          </p:cNvSpPr>
          <p:nvPr>
            <p:ph type="title" idx="2"/>
          </p:nvPr>
        </p:nvSpPr>
        <p:spPr>
          <a:xfrm>
            <a:off x="4027350" y="1272000"/>
            <a:ext cx="1166442"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Imagen 19">
            <a:extLst>
              <a:ext uri="{FF2B5EF4-FFF2-40B4-BE49-F238E27FC236}">
                <a16:creationId xmlns:a16="http://schemas.microsoft.com/office/drawing/2014/main" id="{48A93B4D-4CA9-48BB-96A8-A3002F02D830}"/>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1999686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375218" y="771148"/>
            <a:ext cx="3847701"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TABLA DE TIPOS:</a:t>
            </a:r>
            <a:endParaRPr dirty="0"/>
          </a:p>
        </p:txBody>
      </p:sp>
      <p:sp>
        <p:nvSpPr>
          <p:cNvPr id="6" name="Google Shape;1120;p43">
            <a:extLst>
              <a:ext uri="{FF2B5EF4-FFF2-40B4-BE49-F238E27FC236}">
                <a16:creationId xmlns:a16="http://schemas.microsoft.com/office/drawing/2014/main" id="{424C5F6A-684E-47DC-9CAB-986048E14114}"/>
              </a:ext>
            </a:extLst>
          </p:cNvPr>
          <p:cNvSpPr txBox="1">
            <a:spLocks/>
          </p:cNvSpPr>
          <p:nvPr/>
        </p:nvSpPr>
        <p:spPr>
          <a:xfrm>
            <a:off x="4621281" y="484798"/>
            <a:ext cx="384770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pPr algn="ctr"/>
            <a:r>
              <a:rPr lang="es-PE" dirty="0"/>
              <a:t>CREACIÓN DE RELACIONES</a:t>
            </a:r>
          </a:p>
        </p:txBody>
      </p:sp>
      <p:pic>
        <p:nvPicPr>
          <p:cNvPr id="4" name="Imagen 3">
            <a:extLst>
              <a:ext uri="{FF2B5EF4-FFF2-40B4-BE49-F238E27FC236}">
                <a16:creationId xmlns:a16="http://schemas.microsoft.com/office/drawing/2014/main" id="{B1984823-439A-4DE7-B7B1-48737F7DDC47}"/>
              </a:ext>
            </a:extLst>
          </p:cNvPr>
          <p:cNvPicPr>
            <a:picLocks noChangeAspect="1"/>
          </p:cNvPicPr>
          <p:nvPr/>
        </p:nvPicPr>
        <p:blipFill>
          <a:blip r:embed="rId3"/>
          <a:stretch>
            <a:fillRect/>
          </a:stretch>
        </p:blipFill>
        <p:spPr>
          <a:xfrm>
            <a:off x="375218" y="1572027"/>
            <a:ext cx="3746517" cy="2464287"/>
          </a:xfrm>
          <a:prstGeom prst="rect">
            <a:avLst/>
          </a:prstGeom>
        </p:spPr>
      </p:pic>
      <p:pic>
        <p:nvPicPr>
          <p:cNvPr id="7" name="Imagen 6">
            <a:extLst>
              <a:ext uri="{FF2B5EF4-FFF2-40B4-BE49-F238E27FC236}">
                <a16:creationId xmlns:a16="http://schemas.microsoft.com/office/drawing/2014/main" id="{FBDE509F-EE1E-44B6-AF6D-18AF1AA80154}"/>
              </a:ext>
            </a:extLst>
          </p:cNvPr>
          <p:cNvPicPr>
            <a:picLocks noChangeAspect="1"/>
          </p:cNvPicPr>
          <p:nvPr/>
        </p:nvPicPr>
        <p:blipFill>
          <a:blip r:embed="rId4"/>
          <a:stretch>
            <a:fillRect/>
          </a:stretch>
        </p:blipFill>
        <p:spPr>
          <a:xfrm>
            <a:off x="4321483" y="1930882"/>
            <a:ext cx="4447299" cy="1746576"/>
          </a:xfrm>
          <a:prstGeom prst="rect">
            <a:avLst/>
          </a:prstGeom>
        </p:spPr>
      </p:pic>
      <p:pic>
        <p:nvPicPr>
          <p:cNvPr id="8" name="Imagen 7">
            <a:extLst>
              <a:ext uri="{FF2B5EF4-FFF2-40B4-BE49-F238E27FC236}">
                <a16:creationId xmlns:a16="http://schemas.microsoft.com/office/drawing/2014/main" id="{4A5AC270-7587-4581-A014-609368826819}"/>
              </a:ext>
            </a:extLst>
          </p:cNvPr>
          <p:cNvPicPr>
            <a:picLocks noChangeAspect="1"/>
          </p:cNvPicPr>
          <p:nvPr/>
        </p:nvPicPr>
        <p:blipFill>
          <a:blip r:embed="rId5"/>
          <a:stretch>
            <a:fillRect/>
          </a:stretch>
        </p:blipFill>
        <p:spPr>
          <a:xfrm>
            <a:off x="8136897" y="-66113"/>
            <a:ext cx="891963" cy="891963"/>
          </a:xfrm>
          <a:prstGeom prst="rect">
            <a:avLst/>
          </a:prstGeom>
        </p:spPr>
      </p:pic>
    </p:spTree>
    <p:extLst>
      <p:ext uri="{BB962C8B-B14F-4D97-AF65-F5344CB8AC3E}">
        <p14:creationId xmlns:p14="http://schemas.microsoft.com/office/powerpoint/2010/main" val="1365162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grpSp>
        <p:nvGrpSpPr>
          <p:cNvPr id="1259" name="Google Shape;1259;p49"/>
          <p:cNvGrpSpPr/>
          <p:nvPr/>
        </p:nvGrpSpPr>
        <p:grpSpPr>
          <a:xfrm>
            <a:off x="-414699" y="2121375"/>
            <a:ext cx="2206575" cy="3022125"/>
            <a:chOff x="-414699" y="2121375"/>
            <a:chExt cx="2206575" cy="3022125"/>
          </a:xfrm>
        </p:grpSpPr>
        <p:sp>
          <p:nvSpPr>
            <p:cNvPr id="1260" name="Google Shape;1260;p49"/>
            <p:cNvSpPr/>
            <p:nvPr/>
          </p:nvSpPr>
          <p:spPr>
            <a:xfrm>
              <a:off x="-6624" y="3551700"/>
              <a:ext cx="1798500" cy="15918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61" name="Google Shape;1261;p49"/>
            <p:cNvSpPr/>
            <p:nvPr/>
          </p:nvSpPr>
          <p:spPr>
            <a:xfrm flipH="1">
              <a:off x="-414699" y="4755450"/>
              <a:ext cx="1882500" cy="213000"/>
            </a:xfrm>
            <a:prstGeom prst="roundRect">
              <a:avLst>
                <a:gd name="adj" fmla="val 50000"/>
              </a:avLst>
            </a:prstGeom>
            <a:solidFill>
              <a:srgbClr val="516CEE">
                <a:alpha val="607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262" name="Google Shape;1262;p49"/>
            <p:cNvGrpSpPr/>
            <p:nvPr/>
          </p:nvGrpSpPr>
          <p:grpSpPr>
            <a:xfrm flipH="1">
              <a:off x="229314" y="2121375"/>
              <a:ext cx="986125" cy="2095500"/>
              <a:chOff x="7631225" y="2241175"/>
              <a:chExt cx="986125" cy="2095500"/>
            </a:xfrm>
          </p:grpSpPr>
          <p:cxnSp>
            <p:nvCxnSpPr>
              <p:cNvPr id="1263" name="Google Shape;1263;p49"/>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64" name="Google Shape;1264;p49"/>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65" name="Google Shape;1265;p49"/>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66" name="Google Shape;1266;p49"/>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67" name="Google Shape;1267;p49"/>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68" name="Google Shape;1268;p49"/>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69" name="Google Shape;1269;p49"/>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0" name="Google Shape;1270;p49"/>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1" name="Google Shape;1271;p49"/>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2" name="Google Shape;1272;p49"/>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3" name="Google Shape;1273;p49"/>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4" name="Google Shape;1274;p49"/>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5" name="Google Shape;1275;p49"/>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276" name="Google Shape;1276;p49"/>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1277" name="Google Shape;1277;p49"/>
          <p:cNvSpPr/>
          <p:nvPr/>
        </p:nvSpPr>
        <p:spPr>
          <a:xfrm rot="5400000" flipH="1">
            <a:off x="570514" y="-12032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Imagen 23">
            <a:extLst>
              <a:ext uri="{FF2B5EF4-FFF2-40B4-BE49-F238E27FC236}">
                <a16:creationId xmlns:a16="http://schemas.microsoft.com/office/drawing/2014/main" id="{73159CC2-3D77-4DBF-8464-E354B3CB6D1E}"/>
              </a:ext>
            </a:extLst>
          </p:cNvPr>
          <p:cNvPicPr/>
          <p:nvPr/>
        </p:nvPicPr>
        <p:blipFill rotWithShape="1">
          <a:blip r:embed="rId3">
            <a:extLst>
              <a:ext uri="{28A0092B-C50C-407E-A947-70E740481C1C}">
                <a14:useLocalDpi xmlns:a14="http://schemas.microsoft.com/office/drawing/2010/main" val="0"/>
              </a:ext>
            </a:extLst>
          </a:blip>
          <a:srcRect l="5644" r="5809" b="6528"/>
          <a:stretch/>
        </p:blipFill>
        <p:spPr bwMode="auto">
          <a:xfrm>
            <a:off x="1891731" y="317850"/>
            <a:ext cx="5360537" cy="4437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pic>
        <p:nvPicPr>
          <p:cNvPr id="22" name="Imagen 21">
            <a:extLst>
              <a:ext uri="{FF2B5EF4-FFF2-40B4-BE49-F238E27FC236}">
                <a16:creationId xmlns:a16="http://schemas.microsoft.com/office/drawing/2014/main" id="{6F305A66-0B5C-4933-989B-5E2FE4E98EAD}"/>
              </a:ext>
            </a:extLst>
          </p:cNvPr>
          <p:cNvPicPr>
            <a:picLocks noChangeAspect="1"/>
          </p:cNvPicPr>
          <p:nvPr/>
        </p:nvPicPr>
        <p:blipFill>
          <a:blip r:embed="rId4"/>
          <a:stretch>
            <a:fillRect/>
          </a:stretch>
        </p:blipFill>
        <p:spPr>
          <a:xfrm>
            <a:off x="8136897" y="-66113"/>
            <a:ext cx="891963" cy="891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375218" y="771148"/>
            <a:ext cx="3847701"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CARGA DE DATOS</a:t>
            </a:r>
            <a:endParaRPr dirty="0"/>
          </a:p>
        </p:txBody>
      </p:sp>
      <p:sp>
        <p:nvSpPr>
          <p:cNvPr id="6" name="Google Shape;1120;p43">
            <a:extLst>
              <a:ext uri="{FF2B5EF4-FFF2-40B4-BE49-F238E27FC236}">
                <a16:creationId xmlns:a16="http://schemas.microsoft.com/office/drawing/2014/main" id="{424C5F6A-684E-47DC-9CAB-986048E14114}"/>
              </a:ext>
            </a:extLst>
          </p:cNvPr>
          <p:cNvSpPr txBox="1">
            <a:spLocks/>
          </p:cNvSpPr>
          <p:nvPr/>
        </p:nvSpPr>
        <p:spPr>
          <a:xfrm>
            <a:off x="4621281" y="484798"/>
            <a:ext cx="384770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pPr algn="ctr"/>
            <a:r>
              <a:rPr lang="es-PE" dirty="0"/>
              <a:t>PROCESO DE CARGA BULK INSERT</a:t>
            </a:r>
          </a:p>
        </p:txBody>
      </p:sp>
      <p:pic>
        <p:nvPicPr>
          <p:cNvPr id="3" name="Imagen 2">
            <a:extLst>
              <a:ext uri="{FF2B5EF4-FFF2-40B4-BE49-F238E27FC236}">
                <a16:creationId xmlns:a16="http://schemas.microsoft.com/office/drawing/2014/main" id="{124C8E8F-61D7-4E60-BD10-F89CA7914FCA}"/>
              </a:ext>
            </a:extLst>
          </p:cNvPr>
          <p:cNvPicPr>
            <a:picLocks noChangeAspect="1"/>
          </p:cNvPicPr>
          <p:nvPr/>
        </p:nvPicPr>
        <p:blipFill>
          <a:blip r:embed="rId3"/>
          <a:stretch>
            <a:fillRect/>
          </a:stretch>
        </p:blipFill>
        <p:spPr>
          <a:xfrm>
            <a:off x="1020875" y="1543650"/>
            <a:ext cx="2556386" cy="3150292"/>
          </a:xfrm>
          <a:prstGeom prst="rect">
            <a:avLst/>
          </a:prstGeom>
        </p:spPr>
      </p:pic>
      <p:pic>
        <p:nvPicPr>
          <p:cNvPr id="8" name="Imagen 7">
            <a:extLst>
              <a:ext uri="{FF2B5EF4-FFF2-40B4-BE49-F238E27FC236}">
                <a16:creationId xmlns:a16="http://schemas.microsoft.com/office/drawing/2014/main" id="{38B11B98-4C53-43E4-84F9-52D769A2D5A9}"/>
              </a:ext>
            </a:extLst>
          </p:cNvPr>
          <p:cNvPicPr/>
          <p:nvPr/>
        </p:nvPicPr>
        <p:blipFill>
          <a:blip r:embed="rId4">
            <a:extLst>
              <a:ext uri="{28A0092B-C50C-407E-A947-70E740481C1C}">
                <a14:useLocalDpi xmlns:a14="http://schemas.microsoft.com/office/drawing/2010/main" val="0"/>
              </a:ext>
            </a:extLst>
          </a:blip>
          <a:stretch>
            <a:fillRect/>
          </a:stretch>
        </p:blipFill>
        <p:spPr>
          <a:xfrm>
            <a:off x="4949952" y="1964077"/>
            <a:ext cx="3070347" cy="2729865"/>
          </a:xfrm>
          <a:prstGeom prst="rect">
            <a:avLst/>
          </a:prstGeom>
        </p:spPr>
      </p:pic>
      <p:pic>
        <p:nvPicPr>
          <p:cNvPr id="7" name="Imagen 6">
            <a:extLst>
              <a:ext uri="{FF2B5EF4-FFF2-40B4-BE49-F238E27FC236}">
                <a16:creationId xmlns:a16="http://schemas.microsoft.com/office/drawing/2014/main" id="{AF68EC16-E362-4C81-B841-3FF8B822068E}"/>
              </a:ext>
            </a:extLst>
          </p:cNvPr>
          <p:cNvPicPr>
            <a:picLocks noChangeAspect="1"/>
          </p:cNvPicPr>
          <p:nvPr/>
        </p:nvPicPr>
        <p:blipFill>
          <a:blip r:embed="rId5"/>
          <a:stretch>
            <a:fillRect/>
          </a:stretch>
        </p:blipFill>
        <p:spPr>
          <a:xfrm>
            <a:off x="8136897" y="-66113"/>
            <a:ext cx="891963" cy="891963"/>
          </a:xfrm>
          <a:prstGeom prst="rect">
            <a:avLst/>
          </a:prstGeom>
        </p:spPr>
      </p:pic>
    </p:spTree>
    <p:extLst>
      <p:ext uri="{BB962C8B-B14F-4D97-AF65-F5344CB8AC3E}">
        <p14:creationId xmlns:p14="http://schemas.microsoft.com/office/powerpoint/2010/main" val="2350501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1486056" y="344428"/>
            <a:ext cx="61718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VALIDACION DE INFORMACIÓN</a:t>
            </a:r>
            <a:endParaRPr dirty="0"/>
          </a:p>
        </p:txBody>
      </p:sp>
      <p:pic>
        <p:nvPicPr>
          <p:cNvPr id="4" name="Imagen 3">
            <a:extLst>
              <a:ext uri="{FF2B5EF4-FFF2-40B4-BE49-F238E27FC236}">
                <a16:creationId xmlns:a16="http://schemas.microsoft.com/office/drawing/2014/main" id="{A0EDCAEC-394E-4758-BB2E-E9969EA03AA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170175" y="1026856"/>
            <a:ext cx="4803647" cy="3859110"/>
          </a:xfrm>
          <a:prstGeom prst="rect">
            <a:avLst/>
          </a:prstGeom>
        </p:spPr>
      </p:pic>
      <p:pic>
        <p:nvPicPr>
          <p:cNvPr id="5" name="Imagen 4">
            <a:extLst>
              <a:ext uri="{FF2B5EF4-FFF2-40B4-BE49-F238E27FC236}">
                <a16:creationId xmlns:a16="http://schemas.microsoft.com/office/drawing/2014/main" id="{B882C3E8-8B93-413C-B3A9-5244595ECC90}"/>
              </a:ext>
            </a:extLst>
          </p:cNvPr>
          <p:cNvPicPr>
            <a:picLocks noChangeAspect="1"/>
          </p:cNvPicPr>
          <p:nvPr/>
        </p:nvPicPr>
        <p:blipFill>
          <a:blip r:embed="rId5"/>
          <a:stretch>
            <a:fillRect/>
          </a:stretch>
        </p:blipFill>
        <p:spPr>
          <a:xfrm>
            <a:off x="8136897" y="-66113"/>
            <a:ext cx="891963" cy="891963"/>
          </a:xfrm>
          <a:prstGeom prst="rect">
            <a:avLst/>
          </a:prstGeom>
        </p:spPr>
      </p:pic>
    </p:spTree>
    <p:extLst>
      <p:ext uri="{BB962C8B-B14F-4D97-AF65-F5344CB8AC3E}">
        <p14:creationId xmlns:p14="http://schemas.microsoft.com/office/powerpoint/2010/main" val="4053116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dirty="0"/>
              <a:t>Proceso ETL</a:t>
            </a:r>
            <a:endParaRPr lang="es-MX" sz="3600" dirty="0"/>
          </a:p>
        </p:txBody>
      </p:sp>
      <p:sp>
        <p:nvSpPr>
          <p:cNvPr id="1057" name="Google Shape;1057;p41"/>
          <p:cNvSpPr txBox="1">
            <a:spLocks noGrp="1"/>
          </p:cNvSpPr>
          <p:nvPr>
            <p:ph type="title" idx="2"/>
          </p:nvPr>
        </p:nvSpPr>
        <p:spPr>
          <a:xfrm>
            <a:off x="4027350" y="1272000"/>
            <a:ext cx="1324938"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Imagen 19">
            <a:extLst>
              <a:ext uri="{FF2B5EF4-FFF2-40B4-BE49-F238E27FC236}">
                <a16:creationId xmlns:a16="http://schemas.microsoft.com/office/drawing/2014/main" id="{5BC4316B-2330-4C4A-B83E-A843726358FD}"/>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2384817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2166443" y="938954"/>
            <a:ext cx="481111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EXTRACCIÓN DE DATOS</a:t>
            </a:r>
            <a:endParaRPr dirty="0"/>
          </a:p>
        </p:txBody>
      </p:sp>
      <p:pic>
        <p:nvPicPr>
          <p:cNvPr id="3" name="Imagen 2">
            <a:extLst>
              <a:ext uri="{FF2B5EF4-FFF2-40B4-BE49-F238E27FC236}">
                <a16:creationId xmlns:a16="http://schemas.microsoft.com/office/drawing/2014/main" id="{DF01FF65-3E2F-441A-BDAA-BF4EFD759BC4}"/>
              </a:ext>
            </a:extLst>
          </p:cNvPr>
          <p:cNvPicPr>
            <a:picLocks noChangeAspect="1"/>
          </p:cNvPicPr>
          <p:nvPr/>
        </p:nvPicPr>
        <p:blipFill>
          <a:blip r:embed="rId3"/>
          <a:stretch>
            <a:fillRect/>
          </a:stretch>
        </p:blipFill>
        <p:spPr>
          <a:xfrm>
            <a:off x="1567063" y="1681648"/>
            <a:ext cx="6009873" cy="2073487"/>
          </a:xfrm>
          <a:prstGeom prst="rect">
            <a:avLst/>
          </a:prstGeom>
        </p:spPr>
      </p:pic>
      <p:pic>
        <p:nvPicPr>
          <p:cNvPr id="4" name="Imagen 3">
            <a:extLst>
              <a:ext uri="{FF2B5EF4-FFF2-40B4-BE49-F238E27FC236}">
                <a16:creationId xmlns:a16="http://schemas.microsoft.com/office/drawing/2014/main" id="{0491615C-3758-4464-8649-B501178A9883}"/>
              </a:ext>
            </a:extLst>
          </p:cNvPr>
          <p:cNvPicPr>
            <a:picLocks noChangeAspect="1"/>
          </p:cNvPicPr>
          <p:nvPr/>
        </p:nvPicPr>
        <p:blipFill>
          <a:blip r:embed="rId4"/>
          <a:stretch>
            <a:fillRect/>
          </a:stretch>
        </p:blipFill>
        <p:spPr>
          <a:xfrm>
            <a:off x="8136897" y="-66113"/>
            <a:ext cx="891963" cy="891963"/>
          </a:xfrm>
          <a:prstGeom prst="rect">
            <a:avLst/>
          </a:prstGeom>
        </p:spPr>
      </p:pic>
    </p:spTree>
    <p:extLst>
      <p:ext uri="{BB962C8B-B14F-4D97-AF65-F5344CB8AC3E}">
        <p14:creationId xmlns:p14="http://schemas.microsoft.com/office/powerpoint/2010/main" val="2788333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341375" y="411772"/>
            <a:ext cx="392582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TRASNFORMACIÓN </a:t>
            </a:r>
            <a:br>
              <a:rPr lang="en" dirty="0"/>
            </a:br>
            <a:r>
              <a:rPr lang="en" dirty="0"/>
              <a:t>DE DATOS</a:t>
            </a:r>
            <a:endParaRPr dirty="0"/>
          </a:p>
        </p:txBody>
      </p:sp>
      <p:sp>
        <p:nvSpPr>
          <p:cNvPr id="4" name="Google Shape;1079;p42">
            <a:extLst>
              <a:ext uri="{FF2B5EF4-FFF2-40B4-BE49-F238E27FC236}">
                <a16:creationId xmlns:a16="http://schemas.microsoft.com/office/drawing/2014/main" id="{0A93BE57-CD1F-44DC-BC7D-CC13931002A8}"/>
              </a:ext>
            </a:extLst>
          </p:cNvPr>
          <p:cNvSpPr txBox="1">
            <a:spLocks noGrp="1"/>
          </p:cNvSpPr>
          <p:nvPr>
            <p:ph type="subTitle" idx="1"/>
          </p:nvPr>
        </p:nvSpPr>
        <p:spPr>
          <a:xfrm>
            <a:off x="518160" y="1365350"/>
            <a:ext cx="3334512" cy="3366378"/>
          </a:xfrm>
          <a:prstGeom prst="rect">
            <a:avLst/>
          </a:prstGeom>
        </p:spPr>
        <p:txBody>
          <a:bodyPr spcFirstLastPara="1" wrap="square" lIns="91425" tIns="91425" rIns="91425" bIns="91425" anchor="t" anchorCtr="0">
            <a:noAutofit/>
          </a:bodyPr>
          <a:lstStyle/>
          <a:p>
            <a:r>
              <a:rPr lang="es-PE" sz="1600" dirty="0">
                <a:effectLst/>
                <a:latin typeface="Calibri" panose="020F0502020204030204" pitchFamily="34" charset="0"/>
                <a:ea typeface="Times New Roman" panose="02020603050405020304" pitchFamily="18" charset="0"/>
              </a:rPr>
              <a:t>ORGANIZACIÓN DE INFORMACIÓN:</a:t>
            </a: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Fechas → DATE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Cantidades → INT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Precios → DECIMAL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Identificadores → VARCHAR </a:t>
            </a:r>
          </a:p>
          <a:p>
            <a:pPr marL="0" lvl="0" indent="0">
              <a:lnSpc>
                <a:spcPct val="107000"/>
              </a:lnSpc>
              <a:spcAft>
                <a:spcPts val="800"/>
              </a:spcAft>
              <a:buSzPts val="1000"/>
              <a:tabLst>
                <a:tab pos="457200" algn="l"/>
              </a:tabLst>
            </a:pPr>
            <a:r>
              <a:rPr lang="es-PE" sz="1600" dirty="0">
                <a:latin typeface="Calibri" panose="020F0502020204030204" pitchFamily="34" charset="0"/>
                <a:ea typeface="Calibri" panose="020F0502020204030204" pitchFamily="34" charset="0"/>
                <a:cs typeface="Calibri" panose="020F0502020204030204" pitchFamily="34" charset="0"/>
              </a:rPr>
              <a:t>ESTANDARIZACION DE FORMATO:</a:t>
            </a: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Separador de campos: ;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Codificación: UTF-8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600" dirty="0">
                <a:effectLst/>
                <a:latin typeface="Calibri" panose="020F0502020204030204" pitchFamily="34" charset="0"/>
                <a:ea typeface="Times New Roman" panose="02020603050405020304" pitchFamily="18" charset="0"/>
                <a:cs typeface="Calibri" panose="020F0502020204030204" pitchFamily="34" charset="0"/>
              </a:rPr>
              <a:t>Primera fila como encabezado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tabLst>
                <a:tab pos="457200" algn="l"/>
              </a:tabLst>
            </a:pP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1800" dirty="0">
              <a:effectLst/>
              <a:latin typeface="Times New Roman" panose="02020603050405020304" pitchFamily="18" charset="0"/>
              <a:ea typeface="Times New Roman" panose="02020603050405020304" pitchFamily="18" charset="0"/>
            </a:endParaRPr>
          </a:p>
        </p:txBody>
      </p:sp>
      <p:sp>
        <p:nvSpPr>
          <p:cNvPr id="5" name="Google Shape;1120;p43">
            <a:extLst>
              <a:ext uri="{FF2B5EF4-FFF2-40B4-BE49-F238E27FC236}">
                <a16:creationId xmlns:a16="http://schemas.microsoft.com/office/drawing/2014/main" id="{8D2168E3-ECD5-47D3-AA2A-3DA6CBCFAA8D}"/>
              </a:ext>
            </a:extLst>
          </p:cNvPr>
          <p:cNvSpPr txBox="1">
            <a:spLocks/>
          </p:cNvSpPr>
          <p:nvPr/>
        </p:nvSpPr>
        <p:spPr>
          <a:xfrm>
            <a:off x="4700015" y="411772"/>
            <a:ext cx="392582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pPr algn="ctr"/>
            <a:r>
              <a:rPr lang="es-PE" dirty="0"/>
              <a:t>CARGA DE DATOS</a:t>
            </a:r>
          </a:p>
        </p:txBody>
      </p:sp>
      <p:sp>
        <p:nvSpPr>
          <p:cNvPr id="6" name="Google Shape;1079;p42">
            <a:extLst>
              <a:ext uri="{FF2B5EF4-FFF2-40B4-BE49-F238E27FC236}">
                <a16:creationId xmlns:a16="http://schemas.microsoft.com/office/drawing/2014/main" id="{3A3998C2-0496-4087-A7C4-191E3DC458E8}"/>
              </a:ext>
            </a:extLst>
          </p:cNvPr>
          <p:cNvSpPr txBox="1">
            <a:spLocks/>
          </p:cNvSpPr>
          <p:nvPr/>
        </p:nvSpPr>
        <p:spPr>
          <a:xfrm>
            <a:off x="4572000" y="1365350"/>
            <a:ext cx="3334512" cy="33663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1pPr>
            <a:lvl2pPr marL="914400" marR="0" lvl="1"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2pPr>
            <a:lvl3pPr marL="1371600" marR="0" lvl="2"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3pPr>
            <a:lvl4pPr marL="1828800" marR="0" lvl="3"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4pPr>
            <a:lvl5pPr marL="2286000" marR="0" lvl="4"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5pPr>
            <a:lvl6pPr marL="2743200" marR="0" lvl="5"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6pPr>
            <a:lvl7pPr marL="3200400" marR="0" lvl="6"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7pPr>
            <a:lvl8pPr marL="3657600" marR="0" lvl="7"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8pPr>
            <a:lvl9pPr marL="4114800" marR="0" lvl="8"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9pPr>
          </a:lstStyle>
          <a:p>
            <a:pPr marL="342900" lvl="0" indent="-342900">
              <a:lnSpc>
                <a:spcPct val="107000"/>
              </a:lnSpc>
              <a:spcAft>
                <a:spcPts val="800"/>
              </a:spcAft>
              <a:buSzPts val="1000"/>
              <a:buFont typeface="Symbol" panose="05050102010706020507" pitchFamily="18" charset="2"/>
              <a:buChar char=""/>
              <a:tabLst>
                <a:tab pos="457200" algn="l"/>
              </a:tabLst>
            </a:pPr>
            <a:r>
              <a:rPr lang="es-PE" sz="1800" dirty="0">
                <a:effectLst/>
                <a:latin typeface="Calibri" panose="020F0502020204030204" pitchFamily="34" charset="0"/>
                <a:ea typeface="Times New Roman" panose="02020603050405020304" pitchFamily="18" charset="0"/>
                <a:cs typeface="Calibri" panose="020F0502020204030204" pitchFamily="34" charset="0"/>
              </a:rPr>
              <a:t>Inicio de lectura desde la segunda fila (FIRSTROW = 2). </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800" dirty="0">
                <a:effectLst/>
                <a:latin typeface="Calibri" panose="020F0502020204030204" pitchFamily="34" charset="0"/>
                <a:ea typeface="Times New Roman" panose="02020603050405020304" pitchFamily="18" charset="0"/>
                <a:cs typeface="Calibri" panose="020F0502020204030204" pitchFamily="34" charset="0"/>
              </a:rPr>
              <a:t>Separador de campos (FIELDTERMINATOR = ';'). </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800" dirty="0">
                <a:effectLst/>
                <a:latin typeface="Calibri" panose="020F0502020204030204" pitchFamily="34" charset="0"/>
                <a:ea typeface="Times New Roman" panose="02020603050405020304" pitchFamily="18" charset="0"/>
                <a:cs typeface="Calibri" panose="020F0502020204030204" pitchFamily="34" charset="0"/>
              </a:rPr>
              <a:t>Separador de filas (ROWTERMINATOR = '0x0A'). </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PE" sz="1800" dirty="0">
                <a:effectLst/>
                <a:latin typeface="Calibri" panose="020F0502020204030204" pitchFamily="34" charset="0"/>
                <a:ea typeface="Times New Roman" panose="02020603050405020304" pitchFamily="18" charset="0"/>
                <a:cs typeface="Calibri" panose="020F0502020204030204" pitchFamily="34" charset="0"/>
              </a:rPr>
              <a:t>Codificación UTF-8 (CODEPAGE = '65001'). </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SzPts val="1000"/>
              <a:tabLst>
                <a:tab pos="457200" algn="l"/>
              </a:tabLst>
            </a:pPr>
            <a:endParaRPr lang="es-PE" sz="1800" dirty="0">
              <a:latin typeface="Calibri" panose="020F0502020204030204" pitchFamily="34" charset="0"/>
              <a:ea typeface="Calibri" panose="020F0502020204030204" pitchFamily="34" charset="0"/>
              <a:cs typeface="Times New Roman" panose="02020603050405020304" pitchFamily="18" charset="0"/>
            </a:endParaRPr>
          </a:p>
          <a:p>
            <a:endParaRPr lang="es-PE" sz="1800" dirty="0">
              <a:latin typeface="Times New Roman" panose="02020603050405020304" pitchFamily="18" charset="0"/>
              <a:ea typeface="Times New Roman" panose="02020603050405020304" pitchFamily="18" charset="0"/>
            </a:endParaRPr>
          </a:p>
        </p:txBody>
      </p:sp>
      <p:pic>
        <p:nvPicPr>
          <p:cNvPr id="7" name="Imagen 6">
            <a:extLst>
              <a:ext uri="{FF2B5EF4-FFF2-40B4-BE49-F238E27FC236}">
                <a16:creationId xmlns:a16="http://schemas.microsoft.com/office/drawing/2014/main" id="{D1CAB5C2-291C-4DD8-BD7E-35ABD18DC4C9}"/>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2318797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dirty="0"/>
              <a:t>Desarrollo </a:t>
            </a:r>
            <a:r>
              <a:rPr lang="es-MX" dirty="0" err="1"/>
              <a:t>Dashboard</a:t>
            </a:r>
            <a:r>
              <a:rPr lang="es-MX" dirty="0"/>
              <a:t> en BI</a:t>
            </a:r>
            <a:endParaRPr lang="es-MX" sz="3600" dirty="0"/>
          </a:p>
        </p:txBody>
      </p:sp>
      <p:sp>
        <p:nvSpPr>
          <p:cNvPr id="1057" name="Google Shape;1057;p41"/>
          <p:cNvSpPr txBox="1">
            <a:spLocks noGrp="1"/>
          </p:cNvSpPr>
          <p:nvPr>
            <p:ph type="title" idx="2"/>
          </p:nvPr>
        </p:nvSpPr>
        <p:spPr>
          <a:xfrm>
            <a:off x="4027350" y="1272000"/>
            <a:ext cx="1324938"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Imagen 19">
            <a:extLst>
              <a:ext uri="{FF2B5EF4-FFF2-40B4-BE49-F238E27FC236}">
                <a16:creationId xmlns:a16="http://schemas.microsoft.com/office/drawing/2014/main" id="{DCA314A5-2889-4969-862B-D2C7FE6BA981}"/>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4129244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1200226" y="344428"/>
            <a:ext cx="674354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CONEXIÓN AL DATA WAREHOUSE</a:t>
            </a:r>
            <a:endParaRPr dirty="0"/>
          </a:p>
        </p:txBody>
      </p:sp>
      <p:pic>
        <p:nvPicPr>
          <p:cNvPr id="5" name="Imagen 4">
            <a:extLst>
              <a:ext uri="{FF2B5EF4-FFF2-40B4-BE49-F238E27FC236}">
                <a16:creationId xmlns:a16="http://schemas.microsoft.com/office/drawing/2014/main" id="{603219F3-042D-4BAC-B5B3-9F1A7BD227EF}"/>
              </a:ext>
            </a:extLst>
          </p:cNvPr>
          <p:cNvPicPr/>
          <p:nvPr/>
        </p:nvPicPr>
        <p:blipFill>
          <a:blip r:embed="rId3">
            <a:extLst>
              <a:ext uri="{28A0092B-C50C-407E-A947-70E740481C1C}">
                <a14:useLocalDpi xmlns:a14="http://schemas.microsoft.com/office/drawing/2010/main" val="0"/>
              </a:ext>
            </a:extLst>
          </a:blip>
          <a:stretch>
            <a:fillRect/>
          </a:stretch>
        </p:blipFill>
        <p:spPr>
          <a:xfrm>
            <a:off x="1965672" y="1021076"/>
            <a:ext cx="5212651" cy="3777996"/>
          </a:xfrm>
          <a:prstGeom prst="rect">
            <a:avLst/>
          </a:prstGeom>
          <a:ln>
            <a:noFill/>
          </a:ln>
          <a:effectLst>
            <a:outerShdw blurRad="190500" algn="tl" rotWithShape="0">
              <a:srgbClr val="000000">
                <a:alpha val="70000"/>
              </a:srgbClr>
            </a:outerShdw>
          </a:effectLst>
        </p:spPr>
      </p:pic>
      <p:pic>
        <p:nvPicPr>
          <p:cNvPr id="4" name="Imagen 3">
            <a:extLst>
              <a:ext uri="{FF2B5EF4-FFF2-40B4-BE49-F238E27FC236}">
                <a16:creationId xmlns:a16="http://schemas.microsoft.com/office/drawing/2014/main" id="{23A26251-4E60-4571-BE29-1B2581604D86}"/>
              </a:ext>
            </a:extLst>
          </p:cNvPr>
          <p:cNvPicPr>
            <a:picLocks noChangeAspect="1"/>
          </p:cNvPicPr>
          <p:nvPr/>
        </p:nvPicPr>
        <p:blipFill>
          <a:blip r:embed="rId4"/>
          <a:stretch>
            <a:fillRect/>
          </a:stretch>
        </p:blipFill>
        <p:spPr>
          <a:xfrm>
            <a:off x="8136897" y="-66113"/>
            <a:ext cx="891963" cy="891963"/>
          </a:xfrm>
          <a:prstGeom prst="rect">
            <a:avLst/>
          </a:prstGeom>
        </p:spPr>
      </p:pic>
    </p:spTree>
    <p:extLst>
      <p:ext uri="{BB962C8B-B14F-4D97-AF65-F5344CB8AC3E}">
        <p14:creationId xmlns:p14="http://schemas.microsoft.com/office/powerpoint/2010/main" val="1876905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1200225" y="371864"/>
            <a:ext cx="674354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MODELO DE DATOS EN POWER BI</a:t>
            </a:r>
            <a:endParaRPr dirty="0"/>
          </a:p>
        </p:txBody>
      </p:sp>
      <p:pic>
        <p:nvPicPr>
          <p:cNvPr id="4" name="Imagen 3">
            <a:extLst>
              <a:ext uri="{FF2B5EF4-FFF2-40B4-BE49-F238E27FC236}">
                <a16:creationId xmlns:a16="http://schemas.microsoft.com/office/drawing/2014/main" id="{5C5DFFF5-5F1E-451F-897E-320B7F9F5AAB}"/>
              </a:ext>
            </a:extLst>
          </p:cNvPr>
          <p:cNvPicPr/>
          <p:nvPr/>
        </p:nvPicPr>
        <p:blipFill>
          <a:blip r:embed="rId3">
            <a:extLst>
              <a:ext uri="{28A0092B-C50C-407E-A947-70E740481C1C}">
                <a14:useLocalDpi xmlns:a14="http://schemas.microsoft.com/office/drawing/2010/main" val="0"/>
              </a:ext>
            </a:extLst>
          </a:blip>
          <a:stretch>
            <a:fillRect/>
          </a:stretch>
        </p:blipFill>
        <p:spPr>
          <a:xfrm>
            <a:off x="2021235" y="1042100"/>
            <a:ext cx="5101523" cy="3644075"/>
          </a:xfrm>
          <a:prstGeom prst="rect">
            <a:avLst/>
          </a:prstGeom>
        </p:spPr>
      </p:pic>
      <p:pic>
        <p:nvPicPr>
          <p:cNvPr id="5" name="Imagen 4">
            <a:extLst>
              <a:ext uri="{FF2B5EF4-FFF2-40B4-BE49-F238E27FC236}">
                <a16:creationId xmlns:a16="http://schemas.microsoft.com/office/drawing/2014/main" id="{4EBB3FFD-FACC-4C17-A28A-87E1DCDAE359}"/>
              </a:ext>
            </a:extLst>
          </p:cNvPr>
          <p:cNvPicPr>
            <a:picLocks noChangeAspect="1"/>
          </p:cNvPicPr>
          <p:nvPr/>
        </p:nvPicPr>
        <p:blipFill>
          <a:blip r:embed="rId4"/>
          <a:stretch>
            <a:fillRect/>
          </a:stretch>
        </p:blipFill>
        <p:spPr>
          <a:xfrm>
            <a:off x="8136897" y="-66113"/>
            <a:ext cx="891963" cy="891963"/>
          </a:xfrm>
          <a:prstGeom prst="rect">
            <a:avLst/>
          </a:prstGeom>
        </p:spPr>
      </p:pic>
    </p:spTree>
    <p:extLst>
      <p:ext uri="{BB962C8B-B14F-4D97-AF65-F5344CB8AC3E}">
        <p14:creationId xmlns:p14="http://schemas.microsoft.com/office/powerpoint/2010/main" val="3312121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1610729" y="371864"/>
            <a:ext cx="5922533"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CREACION DE MEDIDAS DAX</a:t>
            </a:r>
            <a:endParaRPr dirty="0"/>
          </a:p>
        </p:txBody>
      </p:sp>
      <p:pic>
        <p:nvPicPr>
          <p:cNvPr id="5" name="Imagen 4">
            <a:extLst>
              <a:ext uri="{FF2B5EF4-FFF2-40B4-BE49-F238E27FC236}">
                <a16:creationId xmlns:a16="http://schemas.microsoft.com/office/drawing/2014/main" id="{6680AFAF-449B-4001-AF4C-46BD9CD56312}"/>
              </a:ext>
            </a:extLst>
          </p:cNvPr>
          <p:cNvPicPr/>
          <p:nvPr/>
        </p:nvPicPr>
        <p:blipFill>
          <a:blip r:embed="rId3"/>
          <a:stretch>
            <a:fillRect/>
          </a:stretch>
        </p:blipFill>
        <p:spPr>
          <a:xfrm>
            <a:off x="1741354" y="1125124"/>
            <a:ext cx="5661291" cy="2893251"/>
          </a:xfrm>
          <a:prstGeom prst="rect">
            <a:avLst/>
          </a:prstGeom>
        </p:spPr>
      </p:pic>
      <p:pic>
        <p:nvPicPr>
          <p:cNvPr id="4" name="Imagen 3">
            <a:extLst>
              <a:ext uri="{FF2B5EF4-FFF2-40B4-BE49-F238E27FC236}">
                <a16:creationId xmlns:a16="http://schemas.microsoft.com/office/drawing/2014/main" id="{90EA452C-A690-4A7C-AD09-2A376A6D397F}"/>
              </a:ext>
            </a:extLst>
          </p:cNvPr>
          <p:cNvPicPr>
            <a:picLocks noChangeAspect="1"/>
          </p:cNvPicPr>
          <p:nvPr/>
        </p:nvPicPr>
        <p:blipFill>
          <a:blip r:embed="rId4"/>
          <a:stretch>
            <a:fillRect/>
          </a:stretch>
        </p:blipFill>
        <p:spPr>
          <a:xfrm>
            <a:off x="8136897" y="-66113"/>
            <a:ext cx="891963" cy="891963"/>
          </a:xfrm>
          <a:prstGeom prst="rect">
            <a:avLst/>
          </a:prstGeom>
        </p:spPr>
      </p:pic>
    </p:spTree>
    <p:extLst>
      <p:ext uri="{BB962C8B-B14F-4D97-AF65-F5344CB8AC3E}">
        <p14:creationId xmlns:p14="http://schemas.microsoft.com/office/powerpoint/2010/main" val="1279184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3134036" y="115832"/>
            <a:ext cx="2875927"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DASHBOARD</a:t>
            </a:r>
            <a:endParaRPr dirty="0"/>
          </a:p>
        </p:txBody>
      </p:sp>
      <p:pic>
        <p:nvPicPr>
          <p:cNvPr id="5" name="Imagen 4">
            <a:extLst>
              <a:ext uri="{FF2B5EF4-FFF2-40B4-BE49-F238E27FC236}">
                <a16:creationId xmlns:a16="http://schemas.microsoft.com/office/drawing/2014/main" id="{A64AABC3-F853-4AE2-AD44-B0AA50540BA8}"/>
              </a:ext>
            </a:extLst>
          </p:cNvPr>
          <p:cNvPicPr>
            <a:picLocks noChangeAspect="1"/>
          </p:cNvPicPr>
          <p:nvPr/>
        </p:nvPicPr>
        <p:blipFill>
          <a:blip r:embed="rId3"/>
          <a:stretch>
            <a:fillRect/>
          </a:stretch>
        </p:blipFill>
        <p:spPr>
          <a:xfrm>
            <a:off x="8136897" y="-66113"/>
            <a:ext cx="891963" cy="891963"/>
          </a:xfrm>
          <a:prstGeom prst="rect">
            <a:avLst/>
          </a:prstGeom>
        </p:spPr>
      </p:pic>
      <p:pic>
        <p:nvPicPr>
          <p:cNvPr id="3" name="Imagen 2">
            <a:extLst>
              <a:ext uri="{FF2B5EF4-FFF2-40B4-BE49-F238E27FC236}">
                <a16:creationId xmlns:a16="http://schemas.microsoft.com/office/drawing/2014/main" id="{AF599894-0EC6-498F-BC19-963309006C6D}"/>
              </a:ext>
            </a:extLst>
          </p:cNvPr>
          <p:cNvPicPr>
            <a:picLocks noChangeAspect="1"/>
          </p:cNvPicPr>
          <p:nvPr/>
        </p:nvPicPr>
        <p:blipFill>
          <a:blip r:embed="rId4"/>
          <a:stretch>
            <a:fillRect/>
          </a:stretch>
        </p:blipFill>
        <p:spPr>
          <a:xfrm>
            <a:off x="748452" y="688532"/>
            <a:ext cx="7647093" cy="42957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96637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755678" cy="15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sz="3600" dirty="0"/>
              <a:t>Conclusiones y recomendaciones</a:t>
            </a:r>
          </a:p>
        </p:txBody>
      </p:sp>
      <p:sp>
        <p:nvSpPr>
          <p:cNvPr id="1057" name="Google Shape;1057;p41"/>
          <p:cNvSpPr txBox="1">
            <a:spLocks noGrp="1"/>
          </p:cNvSpPr>
          <p:nvPr>
            <p:ph type="title" idx="2"/>
          </p:nvPr>
        </p:nvSpPr>
        <p:spPr>
          <a:xfrm>
            <a:off x="4027350" y="1272000"/>
            <a:ext cx="1324938"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Imagen 19">
            <a:extLst>
              <a:ext uri="{FF2B5EF4-FFF2-40B4-BE49-F238E27FC236}">
                <a16:creationId xmlns:a16="http://schemas.microsoft.com/office/drawing/2014/main" id="{601EF532-B4DA-4324-B82B-95976E136794}"/>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683352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77" name="Google Shape;1277;p49"/>
          <p:cNvSpPr/>
          <p:nvPr/>
        </p:nvSpPr>
        <p:spPr>
          <a:xfrm rot="5400000" flipH="1">
            <a:off x="570514" y="-12032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79;p42">
            <a:extLst>
              <a:ext uri="{FF2B5EF4-FFF2-40B4-BE49-F238E27FC236}">
                <a16:creationId xmlns:a16="http://schemas.microsoft.com/office/drawing/2014/main" id="{321225A9-A8CD-4666-BDA2-B4FC36C76A4D}"/>
              </a:ext>
            </a:extLst>
          </p:cNvPr>
          <p:cNvSpPr txBox="1">
            <a:spLocks/>
          </p:cNvSpPr>
          <p:nvPr/>
        </p:nvSpPr>
        <p:spPr>
          <a:xfrm>
            <a:off x="792636" y="1050384"/>
            <a:ext cx="7780850" cy="155252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07000"/>
              </a:lnSpc>
              <a:spcAft>
                <a:spcPts val="800"/>
              </a:spcAft>
            </a:pPr>
            <a:r>
              <a:rPr lang="es-MX" sz="1600" dirty="0"/>
              <a:t>El proyecto permitió implementar un Data </a:t>
            </a:r>
            <a:r>
              <a:rPr lang="es-MX" sz="1600" dirty="0" err="1"/>
              <a:t>Warehouse</a:t>
            </a:r>
            <a:r>
              <a:rPr lang="es-MX" sz="1600" dirty="0"/>
              <a:t> y un </a:t>
            </a:r>
            <a:r>
              <a:rPr lang="es-MX" sz="1600" dirty="0" err="1"/>
              <a:t>dashboard</a:t>
            </a:r>
            <a:r>
              <a:rPr lang="es-MX" sz="1600" dirty="0"/>
              <a:t> interactivo en </a:t>
            </a:r>
            <a:r>
              <a:rPr lang="es-MX" sz="1600" dirty="0" err="1"/>
              <a:t>Power</a:t>
            </a:r>
            <a:r>
              <a:rPr lang="es-MX" sz="1600" dirty="0"/>
              <a:t> BI, logrando organizar e integrar la información de ventas de RetailMax Perú S.A.C. de manera estructurada y confiable para su análisis. Los indicadores desarrollados, como Ventas Totales, Cantidad Vendida y Ticket Promedio, junto con los filtros interactivos, facilitaron el análisis del desempeño comercial, permitiendo identificar las categorías con mayores ingresos, comparar resultados por regiones, analizar el comportamiento de los clientes y conocer los métodos de pago más utilizados. Como mejora, se recomienda mantener actualizado el Data </a:t>
            </a:r>
            <a:r>
              <a:rPr lang="es-MX" sz="1600" dirty="0" err="1"/>
              <a:t>Warehouse</a:t>
            </a:r>
            <a:r>
              <a:rPr lang="es-MX" sz="1600" dirty="0"/>
              <a:t> mediante procesos ETL periódicos, incorporar nuevas dimensiones e indicadores estratégicos e implementar controles de calidad de datos que fortalezcan la confiabilidad de la información y apoyen una mejor toma de decisiones.</a:t>
            </a:r>
            <a:endParaRPr lang="es-PE"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n 3">
            <a:extLst>
              <a:ext uri="{FF2B5EF4-FFF2-40B4-BE49-F238E27FC236}">
                <a16:creationId xmlns:a16="http://schemas.microsoft.com/office/drawing/2014/main" id="{D8A7BA55-6994-4742-9947-D82205FD00A5}"/>
              </a:ext>
            </a:extLst>
          </p:cNvPr>
          <p:cNvPicPr>
            <a:picLocks noChangeAspect="1"/>
          </p:cNvPicPr>
          <p:nvPr/>
        </p:nvPicPr>
        <p:blipFill>
          <a:blip r:embed="rId3"/>
          <a:stretch>
            <a:fillRect/>
          </a:stretch>
        </p:blipFill>
        <p:spPr>
          <a:xfrm>
            <a:off x="8136897" y="-66113"/>
            <a:ext cx="891963" cy="891963"/>
          </a:xfrm>
          <a:prstGeom prst="rect">
            <a:avLst/>
          </a:prstGeom>
        </p:spPr>
      </p:pic>
    </p:spTree>
    <p:extLst>
      <p:ext uri="{BB962C8B-B14F-4D97-AF65-F5344CB8AC3E}">
        <p14:creationId xmlns:p14="http://schemas.microsoft.com/office/powerpoint/2010/main" val="432291179"/>
      </p:ext>
    </p:extLst>
  </p:cSld>
  <p:clrMapOvr>
    <a:masterClrMapping/>
  </p:clrMapOvr>
</p:sld>
</file>

<file path=ppt/theme/theme1.xml><?xml version="1.0" encoding="utf-8"?>
<a:theme xmlns:a="http://schemas.openxmlformats.org/drawingml/2006/main" name="Business Annual Report by Slidesgo">
  <a:themeElements>
    <a:clrScheme name="Simple Light">
      <a:dk1>
        <a:srgbClr val="00094A"/>
      </a:dk1>
      <a:lt1>
        <a:srgbClr val="00649F"/>
      </a:lt1>
      <a:dk2>
        <a:srgbClr val="FEFEFE"/>
      </a:dk2>
      <a:lt2>
        <a:srgbClr val="63DBF5"/>
      </a:lt2>
      <a:accent1>
        <a:srgbClr val="006DF5"/>
      </a:accent1>
      <a:accent2>
        <a:srgbClr val="516CEE"/>
      </a:accent2>
      <a:accent3>
        <a:srgbClr val="FFFFFF"/>
      </a:accent3>
      <a:accent4>
        <a:srgbClr val="FFFFFF"/>
      </a:accent4>
      <a:accent5>
        <a:srgbClr val="FFFFFF"/>
      </a:accent5>
      <a:accent6>
        <a:srgbClr val="FFFFFF"/>
      </a:accent6>
      <a:hlink>
        <a:srgbClr val="0009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819</Words>
  <Application>Microsoft Office PowerPoint</Application>
  <PresentationFormat>Presentación en pantalla (16:9)</PresentationFormat>
  <Paragraphs>77</Paragraphs>
  <Slides>28</Slides>
  <Notes>28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28</vt:i4>
      </vt:variant>
    </vt:vector>
  </HeadingPairs>
  <TitlesOfParts>
    <vt:vector size="35" baseType="lpstr">
      <vt:lpstr>Arial</vt:lpstr>
      <vt:lpstr>Times New Roman</vt:lpstr>
      <vt:lpstr>Symbol</vt:lpstr>
      <vt:lpstr>Maven Pro</vt:lpstr>
      <vt:lpstr>Montserrat</vt:lpstr>
      <vt:lpstr>Calibri</vt:lpstr>
      <vt:lpstr>Business Annual Report by Slidesgo</vt:lpstr>
      <vt:lpstr>PROYECTO INTEGRADOR</vt:lpstr>
      <vt:lpstr>Contenido</vt:lpstr>
      <vt:lpstr>Análisis de requerimiento del negocio</vt:lpstr>
      <vt:lpstr>Descripción</vt:lpstr>
      <vt:lpstr>Procesos organizacionales relevantes:</vt:lpstr>
      <vt:lpstr>Matriz de procesos y requerimientos</vt:lpstr>
      <vt:lpstr>kPIs DEFINIDOS</vt:lpstr>
      <vt:lpstr>Diseño Dimensional</vt:lpstr>
      <vt:lpstr>Descripción</vt:lpstr>
      <vt:lpstr>TABLA DE HECHOS</vt:lpstr>
      <vt:lpstr>MEDIDAS IMPLEMENTADAS EN POWER BI</vt:lpstr>
      <vt:lpstr>CLAVES Y RELACIONES</vt:lpstr>
      <vt:lpstr>JUSTIFICACIÓN MODELO ESTRELLA</vt:lpstr>
      <vt:lpstr>Implementación técnica del data warehouse</vt:lpstr>
      <vt:lpstr>TABLA DE TIPOS:</vt:lpstr>
      <vt:lpstr>Presentación de PowerPoint</vt:lpstr>
      <vt:lpstr>CARGA DE DATOS</vt:lpstr>
      <vt:lpstr>VALIDACION DE INFORMACIÓN</vt:lpstr>
      <vt:lpstr>Proceso ETL</vt:lpstr>
      <vt:lpstr>EXTRACCIÓN DE DATOS</vt:lpstr>
      <vt:lpstr>TRASNFORMACIÓN  DE DATOS</vt:lpstr>
      <vt:lpstr>Desarrollo Dashboard en BI</vt:lpstr>
      <vt:lpstr>CONEXIÓN AL DATA WAREHOUSE</vt:lpstr>
      <vt:lpstr>MODELO DE DATOS EN POWER BI</vt:lpstr>
      <vt:lpstr>CREACION DE MEDIDAS DAX</vt:lpstr>
      <vt:lpstr>DASHBOARD</vt:lpstr>
      <vt:lpstr>Conclusiones y recomendaciones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INTEGRADOR</dc:title>
  <dc:creator>USER</dc:creator>
  <cp:lastModifiedBy>Saul Diaz Calderón</cp:lastModifiedBy>
  <cp:revision>5</cp:revision>
  <dcterms:modified xsi:type="dcterms:W3CDTF">2026-08-13T13:54:36Z</dcterms:modified>
</cp:coreProperties>
</file>